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81" r:id="rId4"/>
    <p:sldId id="282" r:id="rId5"/>
    <p:sldId id="283" r:id="rId6"/>
    <p:sldId id="284" r:id="rId7"/>
    <p:sldId id="280" r:id="rId8"/>
    <p:sldId id="285" r:id="rId9"/>
    <p:sldId id="270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80"/>
    <p:restoredTop sz="86350"/>
  </p:normalViewPr>
  <p:slideViewPr>
    <p:cSldViewPr snapToGrid="0" snapToObjects="1">
      <p:cViewPr varScale="1">
        <p:scale>
          <a:sx n="84" d="100"/>
          <a:sy n="84" d="100"/>
        </p:scale>
        <p:origin x="208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E55499-D4AD-404C-A6C3-57F6CDC21BEE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EA4CED79-9BC6-5C47-9F12-4D00D529B84E}">
      <dgm:prSet phldrT="[Text]"/>
      <dgm:spPr>
        <a:solidFill>
          <a:srgbClr val="92D050"/>
        </a:solidFill>
      </dgm:spPr>
      <dgm:t>
        <a:bodyPr/>
        <a:lstStyle/>
        <a:p>
          <a:r>
            <a:rPr lang="de-DE" dirty="0" err="1"/>
            <a:t>Func</a:t>
          </a:r>
          <a:r>
            <a:rPr lang="de-DE" dirty="0"/>
            <a:t>()</a:t>
          </a:r>
        </a:p>
      </dgm:t>
    </dgm:pt>
    <dgm:pt modelId="{7486A38B-E847-9645-A148-D4AA04754742}" type="parTrans" cxnId="{B75378D8-40A6-C04B-B3BF-BE0F40A931FD}">
      <dgm:prSet/>
      <dgm:spPr/>
      <dgm:t>
        <a:bodyPr/>
        <a:lstStyle/>
        <a:p>
          <a:endParaRPr lang="de-DE"/>
        </a:p>
      </dgm:t>
    </dgm:pt>
    <dgm:pt modelId="{60A16534-87FE-6640-A81B-ADDDF1200AF5}" type="sibTrans" cxnId="{B75378D8-40A6-C04B-B3BF-BE0F40A931FD}">
      <dgm:prSet/>
      <dgm:spPr/>
      <dgm:t>
        <a:bodyPr/>
        <a:lstStyle/>
        <a:p>
          <a:endParaRPr lang="de-DE"/>
        </a:p>
      </dgm:t>
    </dgm:pt>
    <dgm:pt modelId="{753694D9-C1ED-154A-81EC-DDB0FCFCBF12}">
      <dgm:prSet phldrT="[Text]"/>
      <dgm:spPr/>
      <dgm:t>
        <a:bodyPr/>
        <a:lstStyle/>
        <a:p>
          <a:r>
            <a:rPr lang="de-DE" dirty="0"/>
            <a:t>Laufzeit</a:t>
          </a:r>
        </a:p>
      </dgm:t>
    </dgm:pt>
    <dgm:pt modelId="{2387EAB0-567A-EE48-A64E-1D138B4CE44B}" type="parTrans" cxnId="{19DD49F0-1A68-FF4F-BC27-E3C783A882BC}">
      <dgm:prSet/>
      <dgm:spPr/>
      <dgm:t>
        <a:bodyPr/>
        <a:lstStyle/>
        <a:p>
          <a:endParaRPr lang="de-DE"/>
        </a:p>
      </dgm:t>
    </dgm:pt>
    <dgm:pt modelId="{889F6924-45A2-7F45-9420-5CD18E8A1D93}" type="sibTrans" cxnId="{19DD49F0-1A68-FF4F-BC27-E3C783A882BC}">
      <dgm:prSet/>
      <dgm:spPr/>
      <dgm:t>
        <a:bodyPr/>
        <a:lstStyle/>
        <a:p>
          <a:endParaRPr lang="de-DE"/>
        </a:p>
      </dgm:t>
    </dgm:pt>
    <dgm:pt modelId="{20606D2C-D06C-C143-A56C-174F1C23DC36}">
      <dgm:prSet phldrT="[Text]"/>
      <dgm:spPr>
        <a:solidFill>
          <a:srgbClr val="92D050"/>
        </a:solidFill>
      </dgm:spPr>
      <dgm:t>
        <a:bodyPr/>
        <a:lstStyle/>
        <a:p>
          <a:r>
            <a:rPr lang="de-DE" dirty="0" err="1"/>
            <a:t>Func</a:t>
          </a:r>
          <a:r>
            <a:rPr lang="de-DE" dirty="0"/>
            <a:t>()</a:t>
          </a:r>
        </a:p>
      </dgm:t>
    </dgm:pt>
    <dgm:pt modelId="{74727CDF-F0FD-9E47-9114-6EB1DFAA99B6}" type="parTrans" cxnId="{30BACB5E-7356-A140-BB1A-0194EA35E003}">
      <dgm:prSet/>
      <dgm:spPr/>
      <dgm:t>
        <a:bodyPr/>
        <a:lstStyle/>
        <a:p>
          <a:endParaRPr lang="de-DE"/>
        </a:p>
      </dgm:t>
    </dgm:pt>
    <dgm:pt modelId="{3BBB1BC8-FDD3-4C4E-9453-993E6B8E0802}" type="sibTrans" cxnId="{30BACB5E-7356-A140-BB1A-0194EA35E003}">
      <dgm:prSet/>
      <dgm:spPr/>
      <dgm:t>
        <a:bodyPr/>
        <a:lstStyle/>
        <a:p>
          <a:endParaRPr lang="de-DE"/>
        </a:p>
      </dgm:t>
    </dgm:pt>
    <dgm:pt modelId="{31D216CA-C315-AC46-988B-E82713DEE2FB}">
      <dgm:prSet phldrT="[Text]"/>
      <dgm:spPr/>
      <dgm:t>
        <a:bodyPr/>
        <a:lstStyle/>
        <a:p>
          <a:r>
            <a:rPr lang="de-DE" dirty="0"/>
            <a:t>Laufzeit</a:t>
          </a:r>
        </a:p>
      </dgm:t>
    </dgm:pt>
    <dgm:pt modelId="{8AF1002F-C929-394B-B128-3D8AAC8C13A5}" type="parTrans" cxnId="{71E28677-057A-6640-9A09-B00988A86C39}">
      <dgm:prSet/>
      <dgm:spPr/>
      <dgm:t>
        <a:bodyPr/>
        <a:lstStyle/>
        <a:p>
          <a:endParaRPr lang="de-DE"/>
        </a:p>
      </dgm:t>
    </dgm:pt>
    <dgm:pt modelId="{AE526F66-687F-354E-B6B2-40B252C51516}" type="sibTrans" cxnId="{71E28677-057A-6640-9A09-B00988A86C39}">
      <dgm:prSet/>
      <dgm:spPr/>
      <dgm:t>
        <a:bodyPr/>
        <a:lstStyle/>
        <a:p>
          <a:endParaRPr lang="de-DE"/>
        </a:p>
      </dgm:t>
    </dgm:pt>
    <dgm:pt modelId="{E06B5709-D61C-444A-91EB-94B8B6854B20}">
      <dgm:prSet phldrT="[Text]"/>
      <dgm:spPr>
        <a:solidFill>
          <a:srgbClr val="FF0000"/>
        </a:solidFill>
      </dgm:spPr>
      <dgm:t>
        <a:bodyPr/>
        <a:lstStyle/>
        <a:p>
          <a:r>
            <a:rPr lang="de-DE" dirty="0"/>
            <a:t>fertig</a:t>
          </a:r>
        </a:p>
      </dgm:t>
    </dgm:pt>
    <dgm:pt modelId="{31C556F6-AB70-794F-A13F-4284E46E51F1}" type="parTrans" cxnId="{81AB78B4-F2B4-5E47-973C-C4B872B3B965}">
      <dgm:prSet/>
      <dgm:spPr/>
      <dgm:t>
        <a:bodyPr/>
        <a:lstStyle/>
        <a:p>
          <a:endParaRPr lang="de-DE"/>
        </a:p>
      </dgm:t>
    </dgm:pt>
    <dgm:pt modelId="{D76AAD56-4351-2C4C-8326-EBEB8E81FE83}" type="sibTrans" cxnId="{81AB78B4-F2B4-5E47-973C-C4B872B3B965}">
      <dgm:prSet/>
      <dgm:spPr/>
      <dgm:t>
        <a:bodyPr/>
        <a:lstStyle/>
        <a:p>
          <a:endParaRPr lang="de-DE"/>
        </a:p>
      </dgm:t>
    </dgm:pt>
    <dgm:pt modelId="{4D61A68C-E5FF-7746-9A19-915E0A626B29}" type="pres">
      <dgm:prSet presAssocID="{03E55499-D4AD-404C-A6C3-57F6CDC21BEE}" presName="Name0" presStyleCnt="0">
        <dgm:presLayoutVars>
          <dgm:dir/>
          <dgm:animLvl val="lvl"/>
          <dgm:resizeHandles val="exact"/>
        </dgm:presLayoutVars>
      </dgm:prSet>
      <dgm:spPr/>
    </dgm:pt>
    <dgm:pt modelId="{FF61A547-313C-2144-ACBA-171F675910E9}" type="pres">
      <dgm:prSet presAssocID="{EA4CED79-9BC6-5C47-9F12-4D00D529B84E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1F49BEC1-18F2-6C40-B7A3-C3B68D5B233B}" type="pres">
      <dgm:prSet presAssocID="{60A16534-87FE-6640-A81B-ADDDF1200AF5}" presName="parTxOnlySpace" presStyleCnt="0"/>
      <dgm:spPr/>
    </dgm:pt>
    <dgm:pt modelId="{1301D319-1B54-D943-8972-2EF325C34A99}" type="pres">
      <dgm:prSet presAssocID="{753694D9-C1ED-154A-81EC-DDB0FCFCBF12}" presName="parTxOnly" presStyleLbl="node1" presStyleIdx="1" presStyleCnt="5" custLinFactNeighborX="9256">
        <dgm:presLayoutVars>
          <dgm:chMax val="0"/>
          <dgm:chPref val="0"/>
          <dgm:bulletEnabled val="1"/>
        </dgm:presLayoutVars>
      </dgm:prSet>
      <dgm:spPr/>
    </dgm:pt>
    <dgm:pt modelId="{D255B3CD-D80C-EA40-AB4D-FCA05E0390F6}" type="pres">
      <dgm:prSet presAssocID="{889F6924-45A2-7F45-9420-5CD18E8A1D93}" presName="parTxOnlySpace" presStyleCnt="0"/>
      <dgm:spPr/>
    </dgm:pt>
    <dgm:pt modelId="{128687B9-5D52-7C40-9D4F-74F19ED77994}" type="pres">
      <dgm:prSet presAssocID="{20606D2C-D06C-C143-A56C-174F1C23DC36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1A024983-7670-454D-AC80-432AEA825CA7}" type="pres">
      <dgm:prSet presAssocID="{3BBB1BC8-FDD3-4C4E-9453-993E6B8E0802}" presName="parTxOnlySpace" presStyleCnt="0"/>
      <dgm:spPr/>
    </dgm:pt>
    <dgm:pt modelId="{D4B6DE51-4E97-3D43-B1C0-825BFD86A81D}" type="pres">
      <dgm:prSet presAssocID="{31D216CA-C315-AC46-988B-E82713DEE2FB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3178545B-0FAB-0340-98C8-F97E37C3B5A6}" type="pres">
      <dgm:prSet presAssocID="{AE526F66-687F-354E-B6B2-40B252C51516}" presName="parTxOnlySpace" presStyleCnt="0"/>
      <dgm:spPr/>
    </dgm:pt>
    <dgm:pt modelId="{1BB0E1F7-1629-7040-9B0C-BFD77A83D5A0}" type="pres">
      <dgm:prSet presAssocID="{E06B5709-D61C-444A-91EB-94B8B6854B20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86B880E-FD15-0449-939B-7BAB1979B96F}" type="presOf" srcId="{31D216CA-C315-AC46-988B-E82713DEE2FB}" destId="{D4B6DE51-4E97-3D43-B1C0-825BFD86A81D}" srcOrd="0" destOrd="0" presId="urn:microsoft.com/office/officeart/2005/8/layout/chevron1"/>
    <dgm:cxn modelId="{3CC2D01D-C554-D749-9B9C-F70010F87CDD}" type="presOf" srcId="{20606D2C-D06C-C143-A56C-174F1C23DC36}" destId="{128687B9-5D52-7C40-9D4F-74F19ED77994}" srcOrd="0" destOrd="0" presId="urn:microsoft.com/office/officeart/2005/8/layout/chevron1"/>
    <dgm:cxn modelId="{7B4DDA23-B138-4441-8FBB-92B0ADC437DC}" type="presOf" srcId="{EA4CED79-9BC6-5C47-9F12-4D00D529B84E}" destId="{FF61A547-313C-2144-ACBA-171F675910E9}" srcOrd="0" destOrd="0" presId="urn:microsoft.com/office/officeart/2005/8/layout/chevron1"/>
    <dgm:cxn modelId="{30BACB5E-7356-A140-BB1A-0194EA35E003}" srcId="{03E55499-D4AD-404C-A6C3-57F6CDC21BEE}" destId="{20606D2C-D06C-C143-A56C-174F1C23DC36}" srcOrd="2" destOrd="0" parTransId="{74727CDF-F0FD-9E47-9114-6EB1DFAA99B6}" sibTransId="{3BBB1BC8-FDD3-4C4E-9453-993E6B8E0802}"/>
    <dgm:cxn modelId="{71E28677-057A-6640-9A09-B00988A86C39}" srcId="{03E55499-D4AD-404C-A6C3-57F6CDC21BEE}" destId="{31D216CA-C315-AC46-988B-E82713DEE2FB}" srcOrd="3" destOrd="0" parTransId="{8AF1002F-C929-394B-B128-3D8AAC8C13A5}" sibTransId="{AE526F66-687F-354E-B6B2-40B252C51516}"/>
    <dgm:cxn modelId="{8B43FDB2-E8F8-0D45-9664-46A203203973}" type="presOf" srcId="{03E55499-D4AD-404C-A6C3-57F6CDC21BEE}" destId="{4D61A68C-E5FF-7746-9A19-915E0A626B29}" srcOrd="0" destOrd="0" presId="urn:microsoft.com/office/officeart/2005/8/layout/chevron1"/>
    <dgm:cxn modelId="{81AB78B4-F2B4-5E47-973C-C4B872B3B965}" srcId="{03E55499-D4AD-404C-A6C3-57F6CDC21BEE}" destId="{E06B5709-D61C-444A-91EB-94B8B6854B20}" srcOrd="4" destOrd="0" parTransId="{31C556F6-AB70-794F-A13F-4284E46E51F1}" sibTransId="{D76AAD56-4351-2C4C-8326-EBEB8E81FE83}"/>
    <dgm:cxn modelId="{BC73A8CC-151B-9C45-BA13-DCED56D2F9F1}" type="presOf" srcId="{753694D9-C1ED-154A-81EC-DDB0FCFCBF12}" destId="{1301D319-1B54-D943-8972-2EF325C34A99}" srcOrd="0" destOrd="0" presId="urn:microsoft.com/office/officeart/2005/8/layout/chevron1"/>
    <dgm:cxn modelId="{B75378D8-40A6-C04B-B3BF-BE0F40A931FD}" srcId="{03E55499-D4AD-404C-A6C3-57F6CDC21BEE}" destId="{EA4CED79-9BC6-5C47-9F12-4D00D529B84E}" srcOrd="0" destOrd="0" parTransId="{7486A38B-E847-9645-A148-D4AA04754742}" sibTransId="{60A16534-87FE-6640-A81B-ADDDF1200AF5}"/>
    <dgm:cxn modelId="{19DD49F0-1A68-FF4F-BC27-E3C783A882BC}" srcId="{03E55499-D4AD-404C-A6C3-57F6CDC21BEE}" destId="{753694D9-C1ED-154A-81EC-DDB0FCFCBF12}" srcOrd="1" destOrd="0" parTransId="{2387EAB0-567A-EE48-A64E-1D138B4CE44B}" sibTransId="{889F6924-45A2-7F45-9420-5CD18E8A1D93}"/>
    <dgm:cxn modelId="{6E5A1DFF-BBD4-C447-AF01-28DB61634326}" type="presOf" srcId="{E06B5709-D61C-444A-91EB-94B8B6854B20}" destId="{1BB0E1F7-1629-7040-9B0C-BFD77A83D5A0}" srcOrd="0" destOrd="0" presId="urn:microsoft.com/office/officeart/2005/8/layout/chevron1"/>
    <dgm:cxn modelId="{3666EDEA-8B0C-DA44-B4E0-25C1DE5DD9A3}" type="presParOf" srcId="{4D61A68C-E5FF-7746-9A19-915E0A626B29}" destId="{FF61A547-313C-2144-ACBA-171F675910E9}" srcOrd="0" destOrd="0" presId="urn:microsoft.com/office/officeart/2005/8/layout/chevron1"/>
    <dgm:cxn modelId="{1E4DA20B-45E6-0147-97EB-E37D4299EB81}" type="presParOf" srcId="{4D61A68C-E5FF-7746-9A19-915E0A626B29}" destId="{1F49BEC1-18F2-6C40-B7A3-C3B68D5B233B}" srcOrd="1" destOrd="0" presId="urn:microsoft.com/office/officeart/2005/8/layout/chevron1"/>
    <dgm:cxn modelId="{31B70E98-F94C-744B-9393-97C82154E221}" type="presParOf" srcId="{4D61A68C-E5FF-7746-9A19-915E0A626B29}" destId="{1301D319-1B54-D943-8972-2EF325C34A99}" srcOrd="2" destOrd="0" presId="urn:microsoft.com/office/officeart/2005/8/layout/chevron1"/>
    <dgm:cxn modelId="{F0D581AC-D12F-5941-A8DF-CBAD1E4A8155}" type="presParOf" srcId="{4D61A68C-E5FF-7746-9A19-915E0A626B29}" destId="{D255B3CD-D80C-EA40-AB4D-FCA05E0390F6}" srcOrd="3" destOrd="0" presId="urn:microsoft.com/office/officeart/2005/8/layout/chevron1"/>
    <dgm:cxn modelId="{D7F42EE8-F4D9-2244-9D1C-81AD37985EFF}" type="presParOf" srcId="{4D61A68C-E5FF-7746-9A19-915E0A626B29}" destId="{128687B9-5D52-7C40-9D4F-74F19ED77994}" srcOrd="4" destOrd="0" presId="urn:microsoft.com/office/officeart/2005/8/layout/chevron1"/>
    <dgm:cxn modelId="{9FB92C55-C713-EC4B-9137-73254A729825}" type="presParOf" srcId="{4D61A68C-E5FF-7746-9A19-915E0A626B29}" destId="{1A024983-7670-454D-AC80-432AEA825CA7}" srcOrd="5" destOrd="0" presId="urn:microsoft.com/office/officeart/2005/8/layout/chevron1"/>
    <dgm:cxn modelId="{402948F4-52C2-F84E-AF2D-A25E507438BB}" type="presParOf" srcId="{4D61A68C-E5FF-7746-9A19-915E0A626B29}" destId="{D4B6DE51-4E97-3D43-B1C0-825BFD86A81D}" srcOrd="6" destOrd="0" presId="urn:microsoft.com/office/officeart/2005/8/layout/chevron1"/>
    <dgm:cxn modelId="{45A53FF3-F289-CB4B-B5CE-E66DD8961A3C}" type="presParOf" srcId="{4D61A68C-E5FF-7746-9A19-915E0A626B29}" destId="{3178545B-0FAB-0340-98C8-F97E37C3B5A6}" srcOrd="7" destOrd="0" presId="urn:microsoft.com/office/officeart/2005/8/layout/chevron1"/>
    <dgm:cxn modelId="{AB4A39A8-E7B4-944C-99B3-2EC0C14A65C4}" type="presParOf" srcId="{4D61A68C-E5FF-7746-9A19-915E0A626B29}" destId="{1BB0E1F7-1629-7040-9B0C-BFD77A83D5A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E55499-D4AD-404C-A6C3-57F6CDC21BEE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EA4CED79-9BC6-5C47-9F12-4D00D529B84E}">
      <dgm:prSet phldrT="[Text]" custT="1"/>
      <dgm:spPr>
        <a:solidFill>
          <a:srgbClr val="92D050"/>
        </a:solidFill>
      </dgm:spPr>
      <dgm:t>
        <a:bodyPr/>
        <a:lstStyle/>
        <a:p>
          <a:r>
            <a:rPr lang="de-DE" sz="2500" dirty="0" err="1"/>
            <a:t>Func</a:t>
          </a:r>
          <a:r>
            <a:rPr lang="de-DE" sz="2500" dirty="0"/>
            <a:t>()</a:t>
          </a:r>
        </a:p>
      </dgm:t>
    </dgm:pt>
    <dgm:pt modelId="{7486A38B-E847-9645-A148-D4AA04754742}" type="parTrans" cxnId="{B75378D8-40A6-C04B-B3BF-BE0F40A931FD}">
      <dgm:prSet/>
      <dgm:spPr/>
      <dgm:t>
        <a:bodyPr/>
        <a:lstStyle/>
        <a:p>
          <a:endParaRPr lang="de-DE"/>
        </a:p>
      </dgm:t>
    </dgm:pt>
    <dgm:pt modelId="{60A16534-87FE-6640-A81B-ADDDF1200AF5}" type="sibTrans" cxnId="{B75378D8-40A6-C04B-B3BF-BE0F40A931FD}">
      <dgm:prSet/>
      <dgm:spPr/>
      <dgm:t>
        <a:bodyPr/>
        <a:lstStyle/>
        <a:p>
          <a:endParaRPr lang="de-DE"/>
        </a:p>
      </dgm:t>
    </dgm:pt>
    <dgm:pt modelId="{753694D9-C1ED-154A-81EC-DDB0FCFCBF12}">
      <dgm:prSet phldrT="[Text]" custT="1"/>
      <dgm:spPr/>
      <dgm:t>
        <a:bodyPr/>
        <a:lstStyle/>
        <a:p>
          <a:r>
            <a:rPr lang="de-DE" sz="2500" dirty="0"/>
            <a:t>Laufzeit</a:t>
          </a:r>
        </a:p>
      </dgm:t>
    </dgm:pt>
    <dgm:pt modelId="{2387EAB0-567A-EE48-A64E-1D138B4CE44B}" type="parTrans" cxnId="{19DD49F0-1A68-FF4F-BC27-E3C783A882BC}">
      <dgm:prSet/>
      <dgm:spPr/>
      <dgm:t>
        <a:bodyPr/>
        <a:lstStyle/>
        <a:p>
          <a:endParaRPr lang="de-DE"/>
        </a:p>
      </dgm:t>
    </dgm:pt>
    <dgm:pt modelId="{889F6924-45A2-7F45-9420-5CD18E8A1D93}" type="sibTrans" cxnId="{19DD49F0-1A68-FF4F-BC27-E3C783A882BC}">
      <dgm:prSet/>
      <dgm:spPr/>
      <dgm:t>
        <a:bodyPr/>
        <a:lstStyle/>
        <a:p>
          <a:endParaRPr lang="de-DE"/>
        </a:p>
      </dgm:t>
    </dgm:pt>
    <dgm:pt modelId="{4D61A68C-E5FF-7746-9A19-915E0A626B29}" type="pres">
      <dgm:prSet presAssocID="{03E55499-D4AD-404C-A6C3-57F6CDC21BEE}" presName="Name0" presStyleCnt="0">
        <dgm:presLayoutVars>
          <dgm:dir/>
          <dgm:animLvl val="lvl"/>
          <dgm:resizeHandles val="exact"/>
        </dgm:presLayoutVars>
      </dgm:prSet>
      <dgm:spPr/>
    </dgm:pt>
    <dgm:pt modelId="{FF61A547-313C-2144-ACBA-171F675910E9}" type="pres">
      <dgm:prSet presAssocID="{EA4CED79-9BC6-5C47-9F12-4D00D529B84E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1F49BEC1-18F2-6C40-B7A3-C3B68D5B233B}" type="pres">
      <dgm:prSet presAssocID="{60A16534-87FE-6640-A81B-ADDDF1200AF5}" presName="parTxOnlySpace" presStyleCnt="0"/>
      <dgm:spPr/>
    </dgm:pt>
    <dgm:pt modelId="{1301D319-1B54-D943-8972-2EF325C34A99}" type="pres">
      <dgm:prSet presAssocID="{753694D9-C1ED-154A-81EC-DDB0FCFCBF12}" presName="parTxOnly" presStyleLbl="node1" presStyleIdx="1" presStyleCnt="2" custLinFactNeighborX="9256">
        <dgm:presLayoutVars>
          <dgm:chMax val="0"/>
          <dgm:chPref val="0"/>
          <dgm:bulletEnabled val="1"/>
        </dgm:presLayoutVars>
      </dgm:prSet>
      <dgm:spPr/>
    </dgm:pt>
  </dgm:ptLst>
  <dgm:cxnLst>
    <dgm:cxn modelId="{7B4DDA23-B138-4441-8FBB-92B0ADC437DC}" type="presOf" srcId="{EA4CED79-9BC6-5C47-9F12-4D00D529B84E}" destId="{FF61A547-313C-2144-ACBA-171F675910E9}" srcOrd="0" destOrd="0" presId="urn:microsoft.com/office/officeart/2005/8/layout/chevron1"/>
    <dgm:cxn modelId="{8B43FDB2-E8F8-0D45-9664-46A203203973}" type="presOf" srcId="{03E55499-D4AD-404C-A6C3-57F6CDC21BEE}" destId="{4D61A68C-E5FF-7746-9A19-915E0A626B29}" srcOrd="0" destOrd="0" presId="urn:microsoft.com/office/officeart/2005/8/layout/chevron1"/>
    <dgm:cxn modelId="{BC73A8CC-151B-9C45-BA13-DCED56D2F9F1}" type="presOf" srcId="{753694D9-C1ED-154A-81EC-DDB0FCFCBF12}" destId="{1301D319-1B54-D943-8972-2EF325C34A99}" srcOrd="0" destOrd="0" presId="urn:microsoft.com/office/officeart/2005/8/layout/chevron1"/>
    <dgm:cxn modelId="{B75378D8-40A6-C04B-B3BF-BE0F40A931FD}" srcId="{03E55499-D4AD-404C-A6C3-57F6CDC21BEE}" destId="{EA4CED79-9BC6-5C47-9F12-4D00D529B84E}" srcOrd="0" destOrd="0" parTransId="{7486A38B-E847-9645-A148-D4AA04754742}" sibTransId="{60A16534-87FE-6640-A81B-ADDDF1200AF5}"/>
    <dgm:cxn modelId="{19DD49F0-1A68-FF4F-BC27-E3C783A882BC}" srcId="{03E55499-D4AD-404C-A6C3-57F6CDC21BEE}" destId="{753694D9-C1ED-154A-81EC-DDB0FCFCBF12}" srcOrd="1" destOrd="0" parTransId="{2387EAB0-567A-EE48-A64E-1D138B4CE44B}" sibTransId="{889F6924-45A2-7F45-9420-5CD18E8A1D93}"/>
    <dgm:cxn modelId="{3666EDEA-8B0C-DA44-B4E0-25C1DE5DD9A3}" type="presParOf" srcId="{4D61A68C-E5FF-7746-9A19-915E0A626B29}" destId="{FF61A547-313C-2144-ACBA-171F675910E9}" srcOrd="0" destOrd="0" presId="urn:microsoft.com/office/officeart/2005/8/layout/chevron1"/>
    <dgm:cxn modelId="{1E4DA20B-45E6-0147-97EB-E37D4299EB81}" type="presParOf" srcId="{4D61A68C-E5FF-7746-9A19-915E0A626B29}" destId="{1F49BEC1-18F2-6C40-B7A3-C3B68D5B233B}" srcOrd="1" destOrd="0" presId="urn:microsoft.com/office/officeart/2005/8/layout/chevron1"/>
    <dgm:cxn modelId="{31B70E98-F94C-744B-9393-97C82154E221}" type="presParOf" srcId="{4D61A68C-E5FF-7746-9A19-915E0A626B29}" destId="{1301D319-1B54-D943-8972-2EF325C34A99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3E55499-D4AD-404C-A6C3-57F6CDC21BEE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EA4CED79-9BC6-5C47-9F12-4D00D529B84E}">
      <dgm:prSet phldrT="[Text]"/>
      <dgm:spPr>
        <a:solidFill>
          <a:srgbClr val="92D050"/>
        </a:solidFill>
      </dgm:spPr>
      <dgm:t>
        <a:bodyPr/>
        <a:lstStyle/>
        <a:p>
          <a:r>
            <a:rPr lang="de-DE" dirty="0" err="1"/>
            <a:t>Func</a:t>
          </a:r>
          <a:r>
            <a:rPr lang="de-DE" dirty="0"/>
            <a:t>()</a:t>
          </a:r>
        </a:p>
      </dgm:t>
    </dgm:pt>
    <dgm:pt modelId="{7486A38B-E847-9645-A148-D4AA04754742}" type="parTrans" cxnId="{B75378D8-40A6-C04B-B3BF-BE0F40A931FD}">
      <dgm:prSet/>
      <dgm:spPr/>
      <dgm:t>
        <a:bodyPr/>
        <a:lstStyle/>
        <a:p>
          <a:endParaRPr lang="de-DE"/>
        </a:p>
      </dgm:t>
    </dgm:pt>
    <dgm:pt modelId="{60A16534-87FE-6640-A81B-ADDDF1200AF5}" type="sibTrans" cxnId="{B75378D8-40A6-C04B-B3BF-BE0F40A931FD}">
      <dgm:prSet/>
      <dgm:spPr/>
      <dgm:t>
        <a:bodyPr/>
        <a:lstStyle/>
        <a:p>
          <a:endParaRPr lang="de-DE"/>
        </a:p>
      </dgm:t>
    </dgm:pt>
    <dgm:pt modelId="{753694D9-C1ED-154A-81EC-DDB0FCFCBF12}">
      <dgm:prSet phldrT="[Text]"/>
      <dgm:spPr/>
      <dgm:t>
        <a:bodyPr/>
        <a:lstStyle/>
        <a:p>
          <a:r>
            <a:rPr lang="de-DE" dirty="0"/>
            <a:t>Laufzeit</a:t>
          </a:r>
        </a:p>
      </dgm:t>
    </dgm:pt>
    <dgm:pt modelId="{2387EAB0-567A-EE48-A64E-1D138B4CE44B}" type="parTrans" cxnId="{19DD49F0-1A68-FF4F-BC27-E3C783A882BC}">
      <dgm:prSet/>
      <dgm:spPr/>
      <dgm:t>
        <a:bodyPr/>
        <a:lstStyle/>
        <a:p>
          <a:endParaRPr lang="de-DE"/>
        </a:p>
      </dgm:t>
    </dgm:pt>
    <dgm:pt modelId="{889F6924-45A2-7F45-9420-5CD18E8A1D93}" type="sibTrans" cxnId="{19DD49F0-1A68-FF4F-BC27-E3C783A882BC}">
      <dgm:prSet/>
      <dgm:spPr/>
      <dgm:t>
        <a:bodyPr/>
        <a:lstStyle/>
        <a:p>
          <a:endParaRPr lang="de-DE"/>
        </a:p>
      </dgm:t>
    </dgm:pt>
    <dgm:pt modelId="{5C0B62AA-32CD-9544-967A-A5542E857895}">
      <dgm:prSet phldrT="[Text]"/>
      <dgm:spPr>
        <a:solidFill>
          <a:srgbClr val="FF0000"/>
        </a:solidFill>
      </dgm:spPr>
      <dgm:t>
        <a:bodyPr/>
        <a:lstStyle/>
        <a:p>
          <a:r>
            <a:rPr lang="de-DE" dirty="0"/>
            <a:t>fertig</a:t>
          </a:r>
        </a:p>
      </dgm:t>
    </dgm:pt>
    <dgm:pt modelId="{CBA9BC4A-8654-EB4E-8D17-82EDDFE0B42A}" type="parTrans" cxnId="{3208BF59-07DD-594F-B3F5-064AF28E0D81}">
      <dgm:prSet/>
      <dgm:spPr/>
      <dgm:t>
        <a:bodyPr/>
        <a:lstStyle/>
        <a:p>
          <a:endParaRPr lang="de-DE"/>
        </a:p>
      </dgm:t>
    </dgm:pt>
    <dgm:pt modelId="{9F54E61C-C1F7-5D4B-A731-5290FE47959B}" type="sibTrans" cxnId="{3208BF59-07DD-594F-B3F5-064AF28E0D81}">
      <dgm:prSet/>
      <dgm:spPr/>
      <dgm:t>
        <a:bodyPr/>
        <a:lstStyle/>
        <a:p>
          <a:endParaRPr lang="de-DE"/>
        </a:p>
      </dgm:t>
    </dgm:pt>
    <dgm:pt modelId="{4D61A68C-E5FF-7746-9A19-915E0A626B29}" type="pres">
      <dgm:prSet presAssocID="{03E55499-D4AD-404C-A6C3-57F6CDC21BEE}" presName="Name0" presStyleCnt="0">
        <dgm:presLayoutVars>
          <dgm:dir/>
          <dgm:animLvl val="lvl"/>
          <dgm:resizeHandles val="exact"/>
        </dgm:presLayoutVars>
      </dgm:prSet>
      <dgm:spPr/>
    </dgm:pt>
    <dgm:pt modelId="{FF61A547-313C-2144-ACBA-171F675910E9}" type="pres">
      <dgm:prSet presAssocID="{EA4CED79-9BC6-5C47-9F12-4D00D529B84E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1F49BEC1-18F2-6C40-B7A3-C3B68D5B233B}" type="pres">
      <dgm:prSet presAssocID="{60A16534-87FE-6640-A81B-ADDDF1200AF5}" presName="parTxOnlySpace" presStyleCnt="0"/>
      <dgm:spPr/>
    </dgm:pt>
    <dgm:pt modelId="{1301D319-1B54-D943-8972-2EF325C34A99}" type="pres">
      <dgm:prSet presAssocID="{753694D9-C1ED-154A-81EC-DDB0FCFCBF12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E7AF597D-76D6-5640-848B-C9541A3460E8}" type="pres">
      <dgm:prSet presAssocID="{889F6924-45A2-7F45-9420-5CD18E8A1D93}" presName="parTxOnlySpace" presStyleCnt="0"/>
      <dgm:spPr/>
    </dgm:pt>
    <dgm:pt modelId="{390A6E66-4108-D240-BDAC-4B2D9382FB2E}" type="pres">
      <dgm:prSet presAssocID="{5C0B62AA-32CD-9544-967A-A5542E857895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7B4DDA23-B138-4441-8FBB-92B0ADC437DC}" type="presOf" srcId="{EA4CED79-9BC6-5C47-9F12-4D00D529B84E}" destId="{FF61A547-313C-2144-ACBA-171F675910E9}" srcOrd="0" destOrd="0" presId="urn:microsoft.com/office/officeart/2005/8/layout/chevron1"/>
    <dgm:cxn modelId="{3208BF59-07DD-594F-B3F5-064AF28E0D81}" srcId="{03E55499-D4AD-404C-A6C3-57F6CDC21BEE}" destId="{5C0B62AA-32CD-9544-967A-A5542E857895}" srcOrd="2" destOrd="0" parTransId="{CBA9BC4A-8654-EB4E-8D17-82EDDFE0B42A}" sibTransId="{9F54E61C-C1F7-5D4B-A731-5290FE47959B}"/>
    <dgm:cxn modelId="{8B43FDB2-E8F8-0D45-9664-46A203203973}" type="presOf" srcId="{03E55499-D4AD-404C-A6C3-57F6CDC21BEE}" destId="{4D61A68C-E5FF-7746-9A19-915E0A626B29}" srcOrd="0" destOrd="0" presId="urn:microsoft.com/office/officeart/2005/8/layout/chevron1"/>
    <dgm:cxn modelId="{20E080B7-001E-1347-ACB1-DC3860CF7F51}" type="presOf" srcId="{5C0B62AA-32CD-9544-967A-A5542E857895}" destId="{390A6E66-4108-D240-BDAC-4B2D9382FB2E}" srcOrd="0" destOrd="0" presId="urn:microsoft.com/office/officeart/2005/8/layout/chevron1"/>
    <dgm:cxn modelId="{BC73A8CC-151B-9C45-BA13-DCED56D2F9F1}" type="presOf" srcId="{753694D9-C1ED-154A-81EC-DDB0FCFCBF12}" destId="{1301D319-1B54-D943-8972-2EF325C34A99}" srcOrd="0" destOrd="0" presId="urn:microsoft.com/office/officeart/2005/8/layout/chevron1"/>
    <dgm:cxn modelId="{B75378D8-40A6-C04B-B3BF-BE0F40A931FD}" srcId="{03E55499-D4AD-404C-A6C3-57F6CDC21BEE}" destId="{EA4CED79-9BC6-5C47-9F12-4D00D529B84E}" srcOrd="0" destOrd="0" parTransId="{7486A38B-E847-9645-A148-D4AA04754742}" sibTransId="{60A16534-87FE-6640-A81B-ADDDF1200AF5}"/>
    <dgm:cxn modelId="{19DD49F0-1A68-FF4F-BC27-E3C783A882BC}" srcId="{03E55499-D4AD-404C-A6C3-57F6CDC21BEE}" destId="{753694D9-C1ED-154A-81EC-DDB0FCFCBF12}" srcOrd="1" destOrd="0" parTransId="{2387EAB0-567A-EE48-A64E-1D138B4CE44B}" sibTransId="{889F6924-45A2-7F45-9420-5CD18E8A1D93}"/>
    <dgm:cxn modelId="{3666EDEA-8B0C-DA44-B4E0-25C1DE5DD9A3}" type="presParOf" srcId="{4D61A68C-E5FF-7746-9A19-915E0A626B29}" destId="{FF61A547-313C-2144-ACBA-171F675910E9}" srcOrd="0" destOrd="0" presId="urn:microsoft.com/office/officeart/2005/8/layout/chevron1"/>
    <dgm:cxn modelId="{1E4DA20B-45E6-0147-97EB-E37D4299EB81}" type="presParOf" srcId="{4D61A68C-E5FF-7746-9A19-915E0A626B29}" destId="{1F49BEC1-18F2-6C40-B7A3-C3B68D5B233B}" srcOrd="1" destOrd="0" presId="urn:microsoft.com/office/officeart/2005/8/layout/chevron1"/>
    <dgm:cxn modelId="{31B70E98-F94C-744B-9393-97C82154E221}" type="presParOf" srcId="{4D61A68C-E5FF-7746-9A19-915E0A626B29}" destId="{1301D319-1B54-D943-8972-2EF325C34A99}" srcOrd="2" destOrd="0" presId="urn:microsoft.com/office/officeart/2005/8/layout/chevron1"/>
    <dgm:cxn modelId="{5BCD474F-FDC2-4D41-8717-1F2EEDAEA354}" type="presParOf" srcId="{4D61A68C-E5FF-7746-9A19-915E0A626B29}" destId="{E7AF597D-76D6-5640-848B-C9541A3460E8}" srcOrd="3" destOrd="0" presId="urn:microsoft.com/office/officeart/2005/8/layout/chevron1"/>
    <dgm:cxn modelId="{694B2431-286B-B746-ACF1-001BB8E5F219}" type="presParOf" srcId="{4D61A68C-E5FF-7746-9A19-915E0A626B29}" destId="{390A6E66-4108-D240-BDAC-4B2D9382FB2E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61A547-313C-2144-ACBA-171F675910E9}">
      <dsp:nvSpPr>
        <dsp:cNvPr id="0" name=""/>
        <dsp:cNvSpPr/>
      </dsp:nvSpPr>
      <dsp:spPr>
        <a:xfrm>
          <a:off x="2567" y="539497"/>
          <a:ext cx="2284883" cy="913953"/>
        </a:xfrm>
        <a:prstGeom prst="chevron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015" tIns="40005" rIns="40005" bIns="40005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 dirty="0" err="1"/>
            <a:t>Func</a:t>
          </a:r>
          <a:r>
            <a:rPr lang="de-DE" sz="3000" kern="1200" dirty="0"/>
            <a:t>()</a:t>
          </a:r>
        </a:p>
      </dsp:txBody>
      <dsp:txXfrm>
        <a:off x="459544" y="539497"/>
        <a:ext cx="1370930" cy="913953"/>
      </dsp:txXfrm>
    </dsp:sp>
    <dsp:sp modelId="{1301D319-1B54-D943-8972-2EF325C34A99}">
      <dsp:nvSpPr>
        <dsp:cNvPr id="0" name=""/>
        <dsp:cNvSpPr/>
      </dsp:nvSpPr>
      <dsp:spPr>
        <a:xfrm>
          <a:off x="2080111" y="539497"/>
          <a:ext cx="2284883" cy="91395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015" tIns="40005" rIns="40005" bIns="40005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 dirty="0"/>
            <a:t>Laufzeit</a:t>
          </a:r>
        </a:p>
      </dsp:txBody>
      <dsp:txXfrm>
        <a:off x="2537088" y="539497"/>
        <a:ext cx="1370930" cy="913953"/>
      </dsp:txXfrm>
    </dsp:sp>
    <dsp:sp modelId="{128687B9-5D52-7C40-9D4F-74F19ED77994}">
      <dsp:nvSpPr>
        <dsp:cNvPr id="0" name=""/>
        <dsp:cNvSpPr/>
      </dsp:nvSpPr>
      <dsp:spPr>
        <a:xfrm>
          <a:off x="4115358" y="539497"/>
          <a:ext cx="2284883" cy="913953"/>
        </a:xfrm>
        <a:prstGeom prst="chevron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015" tIns="40005" rIns="40005" bIns="40005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 dirty="0" err="1"/>
            <a:t>Func</a:t>
          </a:r>
          <a:r>
            <a:rPr lang="de-DE" sz="3000" kern="1200" dirty="0"/>
            <a:t>()</a:t>
          </a:r>
        </a:p>
      </dsp:txBody>
      <dsp:txXfrm>
        <a:off x="4572335" y="539497"/>
        <a:ext cx="1370930" cy="913953"/>
      </dsp:txXfrm>
    </dsp:sp>
    <dsp:sp modelId="{D4B6DE51-4E97-3D43-B1C0-825BFD86A81D}">
      <dsp:nvSpPr>
        <dsp:cNvPr id="0" name=""/>
        <dsp:cNvSpPr/>
      </dsp:nvSpPr>
      <dsp:spPr>
        <a:xfrm>
          <a:off x="6171753" y="539497"/>
          <a:ext cx="2284883" cy="91395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015" tIns="40005" rIns="40005" bIns="40005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 dirty="0"/>
            <a:t>Laufzeit</a:t>
          </a:r>
        </a:p>
      </dsp:txBody>
      <dsp:txXfrm>
        <a:off x="6628730" y="539497"/>
        <a:ext cx="1370930" cy="913953"/>
      </dsp:txXfrm>
    </dsp:sp>
    <dsp:sp modelId="{1BB0E1F7-1629-7040-9B0C-BFD77A83D5A0}">
      <dsp:nvSpPr>
        <dsp:cNvPr id="0" name=""/>
        <dsp:cNvSpPr/>
      </dsp:nvSpPr>
      <dsp:spPr>
        <a:xfrm>
          <a:off x="8228148" y="539497"/>
          <a:ext cx="2284883" cy="913953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015" tIns="40005" rIns="40005" bIns="40005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 dirty="0"/>
            <a:t>fertig</a:t>
          </a:r>
        </a:p>
      </dsp:txBody>
      <dsp:txXfrm>
        <a:off x="8685125" y="539497"/>
        <a:ext cx="1370930" cy="9139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61A547-313C-2144-ACBA-171F675910E9}">
      <dsp:nvSpPr>
        <dsp:cNvPr id="0" name=""/>
        <dsp:cNvSpPr/>
      </dsp:nvSpPr>
      <dsp:spPr>
        <a:xfrm>
          <a:off x="4380" y="0"/>
          <a:ext cx="2618273" cy="746443"/>
        </a:xfrm>
        <a:prstGeom prst="chevron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33338" rIns="33338" bIns="3333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 err="1"/>
            <a:t>Func</a:t>
          </a:r>
          <a:r>
            <a:rPr lang="de-DE" sz="2500" kern="1200" dirty="0"/>
            <a:t>()</a:t>
          </a:r>
        </a:p>
      </dsp:txBody>
      <dsp:txXfrm>
        <a:off x="377602" y="0"/>
        <a:ext cx="1871830" cy="746443"/>
      </dsp:txXfrm>
    </dsp:sp>
    <dsp:sp modelId="{1301D319-1B54-D943-8972-2EF325C34A99}">
      <dsp:nvSpPr>
        <dsp:cNvPr id="0" name=""/>
        <dsp:cNvSpPr/>
      </dsp:nvSpPr>
      <dsp:spPr>
        <a:xfrm>
          <a:off x="2365206" y="0"/>
          <a:ext cx="2618273" cy="74644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33338" rIns="33338" bIns="3333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Laufzeit</a:t>
          </a:r>
        </a:p>
      </dsp:txBody>
      <dsp:txXfrm>
        <a:off x="2738428" y="0"/>
        <a:ext cx="1871830" cy="7464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61A547-313C-2144-ACBA-171F675910E9}">
      <dsp:nvSpPr>
        <dsp:cNvPr id="0" name=""/>
        <dsp:cNvSpPr/>
      </dsp:nvSpPr>
      <dsp:spPr>
        <a:xfrm>
          <a:off x="1634" y="836256"/>
          <a:ext cx="1990918" cy="796367"/>
        </a:xfrm>
        <a:prstGeom prst="chevron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kern="1200" dirty="0" err="1"/>
            <a:t>Func</a:t>
          </a:r>
          <a:r>
            <a:rPr lang="de-DE" sz="2600" kern="1200" dirty="0"/>
            <a:t>()</a:t>
          </a:r>
        </a:p>
      </dsp:txBody>
      <dsp:txXfrm>
        <a:off x="399818" y="836256"/>
        <a:ext cx="1194551" cy="796367"/>
      </dsp:txXfrm>
    </dsp:sp>
    <dsp:sp modelId="{1301D319-1B54-D943-8972-2EF325C34A99}">
      <dsp:nvSpPr>
        <dsp:cNvPr id="0" name=""/>
        <dsp:cNvSpPr/>
      </dsp:nvSpPr>
      <dsp:spPr>
        <a:xfrm>
          <a:off x="1793460" y="836256"/>
          <a:ext cx="1990918" cy="79636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kern="1200" dirty="0"/>
            <a:t>Laufzeit</a:t>
          </a:r>
        </a:p>
      </dsp:txBody>
      <dsp:txXfrm>
        <a:off x="2191644" y="836256"/>
        <a:ext cx="1194551" cy="796367"/>
      </dsp:txXfrm>
    </dsp:sp>
    <dsp:sp modelId="{390A6E66-4108-D240-BDAC-4B2D9382FB2E}">
      <dsp:nvSpPr>
        <dsp:cNvPr id="0" name=""/>
        <dsp:cNvSpPr/>
      </dsp:nvSpPr>
      <dsp:spPr>
        <a:xfrm>
          <a:off x="3585287" y="836256"/>
          <a:ext cx="1990918" cy="796367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kern="1200" dirty="0"/>
            <a:t>fertig</a:t>
          </a:r>
        </a:p>
      </dsp:txBody>
      <dsp:txXfrm>
        <a:off x="3983471" y="836256"/>
        <a:ext cx="1194551" cy="7963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14897D-11E6-7D4C-B0FA-99BB61280336}" type="datetimeFigureOut">
              <a:rPr lang="de-DE" smtClean="0"/>
              <a:t>08.12.21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91405-EF3B-5B49-8BB8-A0EAC62FF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891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Modul 7, error_6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499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Typischer synchroner </a:t>
            </a:r>
            <a:r>
              <a:rPr lang="de-DE" dirty="0" err="1"/>
              <a:t>ablauf</a:t>
            </a:r>
            <a:r>
              <a:rPr lang="de-DE" dirty="0"/>
              <a:t>. CPU und IO-gebunden</a:t>
            </a:r>
          </a:p>
          <a:p>
            <a:r>
              <a:rPr lang="de-DE" dirty="0"/>
              <a:t>CPU-gebunden : Der Task </a:t>
            </a:r>
            <a:r>
              <a:rPr lang="de-DE" dirty="0" err="1"/>
              <a:t>benöitgt</a:t>
            </a:r>
            <a:r>
              <a:rPr lang="de-DE" dirty="0"/>
              <a:t> viel CPU Zeit</a:t>
            </a:r>
          </a:p>
          <a:p>
            <a:r>
              <a:rPr lang="de-DE" dirty="0"/>
              <a:t>IO-gebunden: Der Task muss IO Aufgaben leisten (Festplatte, Netzwerk, etc.) mit entsprechenden Wartezeiten</a:t>
            </a:r>
          </a:p>
          <a:p>
            <a:pPr marL="171450" indent="-171450">
              <a:buFont typeface="Symbol" pitchFamily="2" charset="2"/>
              <a:buChar char="Þ"/>
            </a:pPr>
            <a:r>
              <a:rPr lang="de-DE" dirty="0"/>
              <a:t>Threads eignen sich gut für IO </a:t>
            </a:r>
            <a:r>
              <a:rPr lang="de-DE" dirty="0" err="1"/>
              <a:t>bound</a:t>
            </a:r>
            <a:r>
              <a:rPr lang="de-DE" dirty="0"/>
              <a:t> </a:t>
            </a:r>
            <a:r>
              <a:rPr lang="de-DE" dirty="0" err="1"/>
              <a:t>Operations</a:t>
            </a:r>
            <a:endParaRPr lang="de-DE" dirty="0"/>
          </a:p>
          <a:p>
            <a:pPr marL="171450" indent="-171450">
              <a:buFont typeface="Symbol" pitchFamily="2" charset="2"/>
              <a:buChar char="Þ"/>
            </a:pPr>
            <a:r>
              <a:rPr lang="de-DE" dirty="0"/>
              <a:t>Threads können bei CPU </a:t>
            </a:r>
            <a:r>
              <a:rPr lang="de-DE" dirty="0" err="1"/>
              <a:t>bound</a:t>
            </a:r>
            <a:r>
              <a:rPr lang="de-DE" dirty="0"/>
              <a:t> </a:t>
            </a:r>
            <a:r>
              <a:rPr lang="de-DE" dirty="0" err="1"/>
              <a:t>operations</a:t>
            </a:r>
            <a:r>
              <a:rPr lang="de-DE" dirty="0"/>
              <a:t> sogar alles Verlangsamen, wg. Der höheren Verwaltung (</a:t>
            </a:r>
            <a:r>
              <a:rPr lang="de-DE" dirty="0" err="1"/>
              <a:t>context</a:t>
            </a:r>
            <a:r>
              <a:rPr lang="de-DE" dirty="0"/>
              <a:t> </a:t>
            </a:r>
            <a:r>
              <a:rPr lang="de-DE" dirty="0" err="1"/>
              <a:t>switch</a:t>
            </a:r>
            <a:r>
              <a:rPr lang="de-DE" dirty="0"/>
              <a:t>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737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2 Threads, die anscheinend parallel laufen. Tun sie natürlich nicht.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3801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86116-93FF-A045-A9B0-68E6E967F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828" y="225108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FFB516-B0AE-1242-A23C-0BBB531D6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827" y="491175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1026" name="Picture 2" descr="Logo Hutsteiner">
            <a:extLst>
              <a:ext uri="{FF2B5EF4-FFF2-40B4-BE49-F238E27FC236}">
                <a16:creationId xmlns:a16="http://schemas.microsoft.com/office/drawing/2014/main" id="{BE78DB82-B139-294B-8D3E-1C811E067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181719"/>
            <a:ext cx="3505200" cy="168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410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84A64-7DB3-F14D-AA4D-CEF0DB99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6E3EE2-EED0-0643-A8E4-A395DCE9E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9304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891A6-1040-3E4D-836B-F1F353E5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F74BC7-64B2-5843-8E42-16B61F400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7294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FCF6E-81C4-5A4B-82FC-CB7E649D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37C5E-E331-6B47-A91C-8C7E35248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E8028B-2428-5A4D-A146-D067D2C83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4336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DB1A62-BAD3-1F4D-88FE-C1FD0E4D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1E0E73-BC58-7A44-9C75-05B86F127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3F928E-1434-0C4E-8793-1AE067406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258AC5-3709-BF4D-9329-1B865490C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22B4586-A3D7-D947-84A5-6D5D7E330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171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DB432D-F227-004B-8770-A22BC2AF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23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26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01997A-0791-154A-9E2F-B9293088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43DD00-1418-6D4E-91AB-F33F1190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25765E-48CC-7542-9B12-A6AE7AA19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2018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0E643-3527-FE40-B649-80A474C4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43087FD-F37C-A84A-8F19-FBB5DEAD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5DACED-209B-EF47-8699-021D04DBC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917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C6989-866D-F547-9896-7B152526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40596C-A566-DA40-883B-341B3B34D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438F8E-9CB3-0745-9002-A4B864E1C4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08.12.21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31CDFB-673C-274D-887A-D3A635982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0315F2-3BD2-F740-B4C2-F14A64E0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3314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A97D076-7EA9-A54C-B9C3-AEBFF936C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4263DF-7DD5-4947-888C-47A5ACB85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C8D204-5B9B-144F-B41E-F3746DDE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08.12.21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CC5704-166B-654C-B613-0A04CFA0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A0B8B9-8DE3-C342-B585-942E2ECB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6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CAB6531-9149-0442-9B18-742EF226366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7698A33-CEB5-AC4C-85A5-7120DDC2C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2F2CD9-1E7B-104D-A63A-F776B5082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5B110C5-47C5-814C-BC26-0AD16EE6984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58525" y="6221095"/>
            <a:ext cx="1019175" cy="54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2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FF56F-811A-9C45-B747-C608AC34A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de-DE" dirty="0"/>
              <a:t>Python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023CFE7-7AB5-4F4D-8603-1FF9C42D5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791" y="3519513"/>
            <a:ext cx="4826000" cy="3048000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395B9449-3F89-8745-911C-3EC89A8CC1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de-DE" dirty="0"/>
              <a:t>Basiswissen</a:t>
            </a:r>
            <a:br>
              <a:rPr lang="de-DE" dirty="0"/>
            </a:br>
            <a:r>
              <a:rPr lang="de-DE" dirty="0"/>
              <a:t>Modul13 – Multi Threading</a:t>
            </a:r>
          </a:p>
        </p:txBody>
      </p:sp>
    </p:spTree>
    <p:extLst>
      <p:ext uri="{BB962C8B-B14F-4D97-AF65-F5344CB8AC3E}">
        <p14:creationId xmlns:p14="http://schemas.microsoft.com/office/powerpoint/2010/main" val="2384370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B070395-6FF8-D341-A227-652379649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AE82633-098D-2546-A957-27D6CA602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Multithreading in </a:t>
            </a:r>
            <a:r>
              <a:rPr lang="de-DE" dirty="0" err="1"/>
              <a:t>Pyhton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587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090DBF-DD3D-724F-9A2F-3ABDE19CE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Threads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1B3D79-69BE-FC42-B00D-85198A40E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Multithreading nicht verwechseln mit </a:t>
            </a:r>
            <a:r>
              <a:rPr lang="de-DE" dirty="0" err="1"/>
              <a:t>Multiprocessing</a:t>
            </a:r>
            <a:endParaRPr lang="de-DE" dirty="0"/>
          </a:p>
          <a:p>
            <a:r>
              <a:rPr lang="de-DE" dirty="0"/>
              <a:t>Ein Prozess hat einen oder mehrere Threads</a:t>
            </a:r>
          </a:p>
          <a:p>
            <a:r>
              <a:rPr lang="de-DE" dirty="0"/>
              <a:t>Mehrere Threads können zeitgleich laufen</a:t>
            </a:r>
          </a:p>
          <a:p>
            <a:r>
              <a:rPr lang="de-DE" dirty="0"/>
              <a:t>Diese können verschieden Aufgaben haben</a:t>
            </a:r>
          </a:p>
          <a:p>
            <a:r>
              <a:rPr lang="de-DE" dirty="0"/>
              <a:t>Auf verschiedenen CPUs laufen</a:t>
            </a:r>
          </a:p>
          <a:p>
            <a:r>
              <a:rPr lang="de-DE" dirty="0"/>
              <a:t>Teilen sich das Memory des Prozesses (mit allen Vor- und Nachteilen)</a:t>
            </a:r>
          </a:p>
        </p:txBody>
      </p:sp>
    </p:spTree>
    <p:extLst>
      <p:ext uri="{BB962C8B-B14F-4D97-AF65-F5344CB8AC3E}">
        <p14:creationId xmlns:p14="http://schemas.microsoft.com/office/powerpoint/2010/main" val="77302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EDE3E-A162-4D4F-8E95-70B4C2257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Synchrone Verarbeitung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16844B86-AD53-0B4D-8256-33116DB5E1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8685392"/>
              </p:ext>
            </p:extLst>
          </p:nvPr>
        </p:nvGraphicFramePr>
        <p:xfrm>
          <a:off x="838200" y="2103437"/>
          <a:ext cx="10515600" cy="1992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Pfeil nach rechts 5">
            <a:extLst>
              <a:ext uri="{FF2B5EF4-FFF2-40B4-BE49-F238E27FC236}">
                <a16:creationId xmlns:a16="http://schemas.microsoft.com/office/drawing/2014/main" id="{6BC03210-FF9C-BF40-9999-3A96B2A6E47A}"/>
              </a:ext>
            </a:extLst>
          </p:cNvPr>
          <p:cNvSpPr/>
          <p:nvPr/>
        </p:nvSpPr>
        <p:spPr>
          <a:xfrm>
            <a:off x="838200" y="4096385"/>
            <a:ext cx="10515600" cy="56705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Zeit</a:t>
            </a:r>
          </a:p>
        </p:txBody>
      </p:sp>
    </p:spTree>
    <p:extLst>
      <p:ext uri="{BB962C8B-B14F-4D97-AF65-F5344CB8AC3E}">
        <p14:creationId xmlns:p14="http://schemas.microsoft.com/office/powerpoint/2010/main" val="2739566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EDE3E-A162-4D4F-8E95-70B4C2257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Synchrone Verarbeitung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16844B86-AD53-0B4D-8256-33116DB5E1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0940401"/>
              </p:ext>
            </p:extLst>
          </p:nvPr>
        </p:nvGraphicFramePr>
        <p:xfrm>
          <a:off x="1112520" y="2103437"/>
          <a:ext cx="4983480" cy="7464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Inhaltsplatzhalter 3">
            <a:extLst>
              <a:ext uri="{FF2B5EF4-FFF2-40B4-BE49-F238E27FC236}">
                <a16:creationId xmlns:a16="http://schemas.microsoft.com/office/drawing/2014/main" id="{01846647-D522-6543-B246-58D62E06BE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0436784"/>
              </p:ext>
            </p:extLst>
          </p:nvPr>
        </p:nvGraphicFramePr>
        <p:xfrm>
          <a:off x="1752600" y="2849880"/>
          <a:ext cx="5577840" cy="2468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6" name="Pfeil nach rechts 5">
            <a:extLst>
              <a:ext uri="{FF2B5EF4-FFF2-40B4-BE49-F238E27FC236}">
                <a16:creationId xmlns:a16="http://schemas.microsoft.com/office/drawing/2014/main" id="{6BC03210-FF9C-BF40-9999-3A96B2A6E47A}"/>
              </a:ext>
            </a:extLst>
          </p:cNvPr>
          <p:cNvSpPr/>
          <p:nvPr/>
        </p:nvSpPr>
        <p:spPr>
          <a:xfrm>
            <a:off x="838200" y="4751705"/>
            <a:ext cx="6492240" cy="56705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Zeit</a:t>
            </a:r>
          </a:p>
        </p:txBody>
      </p:sp>
    </p:spTree>
    <p:extLst>
      <p:ext uri="{BB962C8B-B14F-4D97-AF65-F5344CB8AC3E}">
        <p14:creationId xmlns:p14="http://schemas.microsoft.com/office/powerpoint/2010/main" val="1250107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4C7DB2-4808-314A-A2CF-F7313E120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threading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6F735F-CB2D-F040-A50F-377063B4F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Wir verwenden zunächst das Module „</a:t>
            </a:r>
            <a:r>
              <a:rPr lang="de-DE" dirty="0" err="1"/>
              <a:t>threading</a:t>
            </a:r>
            <a:r>
              <a:rPr lang="de-DE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800609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Camera lens close up">
            <a:extLst>
              <a:ext uri="{FF2B5EF4-FFF2-40B4-BE49-F238E27FC236}">
                <a16:creationId xmlns:a16="http://schemas.microsoft.com/office/drawing/2014/main" id="{1D11864F-11AA-41C4-8965-7C96C3A38A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882" b="-1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69DD40-A9F4-614B-BB64-5A6C7F0CB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228" y="743447"/>
            <a:ext cx="397338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>
                <a:solidFill>
                  <a:schemeClr val="tx1"/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31820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9B08A1-7015-8740-AE23-6EE4373F0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concurrent.futures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268378-6DF0-8F42-A22E-2A7561742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Und noch ein Beispiel mit </a:t>
            </a:r>
            <a:r>
              <a:rPr lang="de-DE" dirty="0" err="1"/>
              <a:t>concurrent.futures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934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E4EA9F-3A62-0047-8324-7B29A3FD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51517"/>
            <a:ext cx="5130795" cy="1461778"/>
          </a:xfrm>
        </p:spPr>
        <p:txBody>
          <a:bodyPr>
            <a:normAutofit/>
          </a:bodyPr>
          <a:lstStyle/>
          <a:p>
            <a:r>
              <a:rPr lang="de-DE" sz="4000"/>
              <a:t>Ende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9BDC23-0AD6-BB47-8155-C23E6FBF0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470248"/>
            <a:ext cx="4048344" cy="3536236"/>
          </a:xfrm>
        </p:spPr>
        <p:txBody>
          <a:bodyPr>
            <a:normAutofit/>
          </a:bodyPr>
          <a:lstStyle/>
          <a:p>
            <a:r>
              <a:rPr lang="de-DE" sz="2400"/>
              <a:t>Q &amp; A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A38935-BB53-4DF7-A56E-48DD25B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1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4 h 5154967"/>
              <a:gd name="connsiteX37" fmla="*/ 1625714 w 6184806"/>
              <a:gd name="connsiteY37" fmla="*/ 109244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1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fik 4" descr="Fragezeichen mit einfarbiger Füllung">
            <a:extLst>
              <a:ext uri="{FF2B5EF4-FFF2-40B4-BE49-F238E27FC236}">
                <a16:creationId xmlns:a16="http://schemas.microsoft.com/office/drawing/2014/main" id="{875CAEAD-17C1-C34C-9298-E096EB9F3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5330" y="2105470"/>
            <a:ext cx="3217333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83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88A71F66-A729-BF48-831C-AEEAED2F839F}" vid="{93FA19C9-1BF1-AA44-9D34-49AD4FDE893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179</Words>
  <Application>Microsoft Macintosh PowerPoint</Application>
  <PresentationFormat>Breitbild</PresentationFormat>
  <Paragraphs>42</Paragraphs>
  <Slides>9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Symbol</vt:lpstr>
      <vt:lpstr>Office</vt:lpstr>
      <vt:lpstr>Python</vt:lpstr>
      <vt:lpstr>Agenda</vt:lpstr>
      <vt:lpstr>Threads</vt:lpstr>
      <vt:lpstr>Synchrone Verarbeitung</vt:lpstr>
      <vt:lpstr>Synchrone Verarbeitung</vt:lpstr>
      <vt:lpstr>threading</vt:lpstr>
      <vt:lpstr>Demo</vt:lpstr>
      <vt:lpstr>concurrent.futures </vt:lpstr>
      <vt:lpstr>Ende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Ernst Hutsteiner</dc:creator>
  <cp:lastModifiedBy>Ernst Hutsteiner</cp:lastModifiedBy>
  <cp:revision>68</cp:revision>
  <dcterms:created xsi:type="dcterms:W3CDTF">2021-11-18T12:30:48Z</dcterms:created>
  <dcterms:modified xsi:type="dcterms:W3CDTF">2021-12-09T13:30:22Z</dcterms:modified>
</cp:coreProperties>
</file>