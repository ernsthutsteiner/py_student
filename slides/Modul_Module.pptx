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70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91"/>
    <p:restoredTop sz="95859"/>
  </p:normalViewPr>
  <p:slideViewPr>
    <p:cSldViewPr snapToGrid="0" snapToObjects="1">
      <p:cViewPr varScale="1">
        <p:scale>
          <a:sx n="108" d="100"/>
          <a:sy n="108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28.11.21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4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</a:t>
            </a:r>
            <a:r>
              <a:rPr lang="de-DE" dirty="0" err="1"/>
              <a:t>pypi.org</a:t>
            </a:r>
            <a:r>
              <a:rPr lang="de-DE" dirty="0"/>
              <a:t>/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8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28.11.21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28.11.21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6 - Module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Module</a:t>
            </a:r>
          </a:p>
          <a:p>
            <a:r>
              <a:rPr lang="de-DE" dirty="0"/>
              <a:t>Packages</a:t>
            </a:r>
          </a:p>
          <a:p>
            <a:r>
              <a:rPr lang="de-DE" dirty="0" err="1"/>
              <a:t>pip</a:t>
            </a:r>
            <a:endParaRPr lang="de-DE" dirty="0"/>
          </a:p>
          <a:p>
            <a:r>
              <a:rPr lang="de-DE" dirty="0" err="1"/>
              <a:t>requirements.txt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552A3-0004-C940-8F25-616606C6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766382-934A-B14D-813B-2E35B24DC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Jede Textdatei mit der Endung .</a:t>
            </a:r>
            <a:r>
              <a:rPr lang="de-DE" dirty="0" err="1"/>
              <a:t>py</a:t>
            </a:r>
            <a:r>
              <a:rPr lang="de-DE" dirty="0"/>
              <a:t> kann ein Modul sein</a:t>
            </a:r>
          </a:p>
          <a:p>
            <a:r>
              <a:rPr lang="de-DE" dirty="0"/>
              <a:t>Wenn wir den Code eines Moduls verwenden möchten, dann verwenden wir den Ausdruck „</a:t>
            </a:r>
            <a:r>
              <a:rPr lang="de-DE" dirty="0" err="1"/>
              <a:t>import</a:t>
            </a:r>
            <a:r>
              <a:rPr lang="de-DE" dirty="0"/>
              <a:t>“</a:t>
            </a:r>
          </a:p>
          <a:p>
            <a:r>
              <a:rPr lang="de-DE" dirty="0"/>
              <a:t>Module können sein</a:t>
            </a:r>
          </a:p>
          <a:p>
            <a:pPr lvl="1"/>
            <a:r>
              <a:rPr lang="de-DE" dirty="0"/>
              <a:t>Standardmodule (kommen mit Python)</a:t>
            </a:r>
          </a:p>
          <a:p>
            <a:pPr lvl="1"/>
            <a:r>
              <a:rPr lang="de-DE" dirty="0"/>
              <a:t>Eigene Module</a:t>
            </a:r>
          </a:p>
          <a:p>
            <a:pPr lvl="1"/>
            <a:r>
              <a:rPr lang="de-DE" dirty="0"/>
              <a:t>Third Party Module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79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C5312D-C1DA-C546-AAFC-7BDCB9B65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Hilfe zu Modulen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B7ED7-8B9B-B74D-B9F6-4B4627C50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2"/>
            <a:ext cx="6848715" cy="2484884"/>
          </a:xfrm>
        </p:spPr>
        <p:txBody>
          <a:bodyPr anchor="ctr">
            <a:normAutofit/>
          </a:bodyPr>
          <a:lstStyle/>
          <a:p>
            <a:r>
              <a:rPr lang="de-DE" sz="2000"/>
              <a:t>Mit der help() Funktion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36036F-A869-7841-8D0F-D348F8E7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7" y="3715923"/>
            <a:ext cx="6894236" cy="194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6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58" y="450221"/>
            <a:ext cx="4402377" cy="3918123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5E9285-90C8-F249-9A13-10FE57F1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66" y="780655"/>
            <a:ext cx="3751662" cy="3261168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Modul - Attribute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8376" y="458922"/>
            <a:ext cx="2138070" cy="1877811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8377" y="2469002"/>
            <a:ext cx="2146028" cy="1898903"/>
          </a:xfrm>
          <a:prstGeom prst="rect">
            <a:avLst/>
          </a:prstGeom>
          <a:solidFill>
            <a:srgbClr val="83D2F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72895DC-B8C4-DF4E-8B43-4D846540D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9" y="4512569"/>
            <a:ext cx="6249061" cy="18865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1418" y="450221"/>
            <a:ext cx="4421661" cy="5948858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645377-DB18-FD47-BDBB-C62F3E560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1639" y="900442"/>
            <a:ext cx="3514088" cy="5048417"/>
          </a:xfrm>
        </p:spPr>
        <p:txBody>
          <a:bodyPr anchor="ctr">
            <a:normAutofit/>
          </a:bodyPr>
          <a:lstStyle/>
          <a:p>
            <a:r>
              <a:rPr lang="de-DE" sz="2200"/>
              <a:t>Module haben Attribute, um sie zu beschreiben, z.B.:</a:t>
            </a:r>
          </a:p>
          <a:p>
            <a:r>
              <a:rPr lang="de-DE" sz="2200"/>
              <a:t>__name__ # Name des Modules</a:t>
            </a:r>
          </a:p>
          <a:p>
            <a:r>
              <a:rPr lang="de-DE" sz="2200"/>
              <a:t>__doc__ # ausgabe der Dokumentation (docstring)</a:t>
            </a:r>
          </a:p>
          <a:p>
            <a:r>
              <a:rPr lang="de-DE" sz="2200"/>
              <a:t>__file__ # (optional) Name und Pfad</a:t>
            </a:r>
          </a:p>
          <a:p>
            <a:r>
              <a:rPr lang="de-DE" sz="2200"/>
              <a:t>__dict__ # gibt ein Dictionary mit Attributen, Funktionen… aus</a:t>
            </a:r>
          </a:p>
        </p:txBody>
      </p:sp>
    </p:spTree>
    <p:extLst>
      <p:ext uri="{BB962C8B-B14F-4D97-AF65-F5344CB8AC3E}">
        <p14:creationId xmlns:p14="http://schemas.microsoft.com/office/powerpoint/2010/main" val="64324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Kisten im Regal im Lager">
            <a:extLst>
              <a:ext uri="{FF2B5EF4-FFF2-40B4-BE49-F238E27FC236}">
                <a16:creationId xmlns:a16="http://schemas.microsoft.com/office/drawing/2014/main" id="{39D74F81-7BEE-474E-9D8F-216594CCDA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</a:blip>
          <a:srcRect t="4349" b="11382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151DC2F-BBE1-A147-BB71-E34822BF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Packages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7E19BB-3949-A945-AF46-B957A814A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Dateien organisieren wir gerne in Ordnern und Unterordnern. So finden wir Dinge einfacher wieder</a:t>
            </a:r>
          </a:p>
          <a:p>
            <a:r>
              <a:rPr lang="de-DE" dirty="0">
                <a:solidFill>
                  <a:srgbClr val="FFFFFF"/>
                </a:solidFill>
              </a:rPr>
              <a:t>Python Packages verwenden dieses modulare Konzept</a:t>
            </a:r>
          </a:p>
          <a:p>
            <a:r>
              <a:rPr lang="de-DE" dirty="0">
                <a:solidFill>
                  <a:srgbClr val="FFFFFF"/>
                </a:solidFill>
              </a:rPr>
              <a:t>Ein Modul kann mehrere Objekte umfassen – Packages können ein oder mehrere Module beinhalten</a:t>
            </a:r>
          </a:p>
          <a:p>
            <a:r>
              <a:rPr lang="de-DE" dirty="0">
                <a:solidFill>
                  <a:srgbClr val="FFFFFF"/>
                </a:solidFill>
              </a:rPr>
              <a:t>Physikalisch ist ein Package ein Ordner mit ein oder mehreren Dateien</a:t>
            </a:r>
          </a:p>
        </p:txBody>
      </p:sp>
    </p:spTree>
    <p:extLst>
      <p:ext uri="{BB962C8B-B14F-4D97-AF65-F5344CB8AC3E}">
        <p14:creationId xmlns:p14="http://schemas.microsoft.com/office/powerpoint/2010/main" val="320508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662795" y="-3745097"/>
            <a:ext cx="1354979" cy="10750169"/>
          </a:xfrm>
          <a:prstGeom prst="downArrow">
            <a:avLst>
              <a:gd name="adj1" fmla="val 100000"/>
              <a:gd name="adj2" fmla="val 22582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94E921-DE1B-004C-B58A-07BD0DC7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2" y="1204109"/>
            <a:ext cx="10023398" cy="857894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__init__.py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6A5132-1684-724F-A6E9-C74DEEFF2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1" y="2962451"/>
            <a:ext cx="2779954" cy="2820012"/>
          </a:xfrm>
        </p:spPr>
        <p:txBody>
          <a:bodyPr>
            <a:normAutofit/>
          </a:bodyPr>
          <a:lstStyle/>
          <a:p>
            <a:r>
              <a:rPr lang="de-DE" sz="1600"/>
              <a:t>Hat folgenden Zweck:</a:t>
            </a:r>
          </a:p>
          <a:p>
            <a:pPr lvl="1"/>
            <a:r>
              <a:rPr lang="de-DE" sz="1600"/>
              <a:t>Der Python Interpreter „weiss“, dass es sich beim Folder um ein Package handelt</a:t>
            </a:r>
          </a:p>
          <a:p>
            <a:pPr lvl="1"/>
            <a:r>
              <a:rPr lang="de-DE" sz="1600"/>
              <a:t>Stellt die Ressourcen der Module bereit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BF5EF93-02F3-F948-BB8E-17F6D7BE2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103" y="3349905"/>
            <a:ext cx="6691698" cy="204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90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93741-56D0-A140-B0A9-D0F41C71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CFD551-64A3-8841-9330-F53E7B58E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Packages Installer für Python</a:t>
            </a:r>
          </a:p>
          <a:p>
            <a:r>
              <a:rPr lang="de-DE" dirty="0"/>
              <a:t>Installiert Packages von Python Package Index (</a:t>
            </a:r>
            <a:r>
              <a:rPr lang="de-DE" dirty="0" err="1"/>
              <a:t>PyPI</a:t>
            </a:r>
            <a:r>
              <a:rPr lang="de-DE" dirty="0"/>
              <a:t>) (und anderen)</a:t>
            </a:r>
          </a:p>
          <a:p>
            <a:r>
              <a:rPr lang="de-DE" dirty="0" err="1"/>
              <a:t>PyPI</a:t>
            </a:r>
            <a:r>
              <a:rPr lang="de-DE" dirty="0"/>
              <a:t> ist das Standard Repository für die Python Community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8979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78A8B0-FBE2-CB45-9001-3F8BE42AF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pip</a:t>
            </a:r>
            <a:r>
              <a:rPr lang="de-DE" dirty="0"/>
              <a:t> installieren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69EA91-3C0E-6448-9E5E-5DB5CE820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Pip</a:t>
            </a:r>
            <a:r>
              <a:rPr lang="de-DE" dirty="0"/>
              <a:t> gehört seit Python 3.4 zur Standardausstattung von Python</a:t>
            </a:r>
          </a:p>
          <a:p>
            <a:r>
              <a:rPr lang="de-DE" dirty="0"/>
              <a:t>Versionsabfrage und Installation:</a:t>
            </a:r>
            <a:br>
              <a:rPr lang="de-DE" dirty="0"/>
            </a:b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B1359BB-6A5F-974C-89CE-85AD3E6DF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1465"/>
            <a:ext cx="8991600" cy="7493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6240065-432B-0C4D-AE62-E498D0EAF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59396"/>
            <a:ext cx="7455662" cy="5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E25989E-58AA-3947-BC67-B904034F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pip help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AF1F62-8756-F842-A78F-3B5AE2720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 help gibt eine List aller Funktionen aus, die in pip verfügbar sind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2BA5C9D-EFD8-A342-82D6-871DE216F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658" y="640080"/>
            <a:ext cx="6529892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70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B02C77-71E1-2A4F-B20C-9E9286E5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pip</a:t>
            </a:r>
            <a:r>
              <a:rPr lang="de-DE" dirty="0"/>
              <a:t> – Packages installieren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5112C4-EEF5-2A4E-91D0-3356D6D5C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Packages werden in </a:t>
            </a:r>
            <a:r>
              <a:rPr lang="de-DE" dirty="0" err="1"/>
              <a:t>PyPI</a:t>
            </a:r>
            <a:r>
              <a:rPr lang="de-DE" dirty="0"/>
              <a:t> „Projects“ genannt.</a:t>
            </a:r>
          </a:p>
          <a:p>
            <a:r>
              <a:rPr lang="de-DE" dirty="0"/>
              <a:t>So wird die aktuellste Version eines Projekts installiert: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install</a:t>
            </a:r>
            <a:r>
              <a:rPr lang="de-DE" dirty="0">
                <a:latin typeface="Courier" pitchFamily="2" charset="0"/>
              </a:rPr>
              <a:t> „mein-projekt“</a:t>
            </a:r>
          </a:p>
          <a:p>
            <a:r>
              <a:rPr lang="de-DE" dirty="0"/>
              <a:t>So wird eine bestimmte Version eines Projekts installiert: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install</a:t>
            </a:r>
            <a:r>
              <a:rPr lang="de-DE" dirty="0">
                <a:latin typeface="Courier" pitchFamily="2" charset="0"/>
              </a:rPr>
              <a:t> „mein-projekt==2.4“</a:t>
            </a:r>
          </a:p>
          <a:p>
            <a:r>
              <a:rPr lang="de-DE" dirty="0"/>
              <a:t>So wird ein Version installiert, die mit eine bestimmten Version kompatibel ist: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install</a:t>
            </a:r>
            <a:r>
              <a:rPr lang="de-DE" dirty="0">
                <a:latin typeface="Courier" pitchFamily="2" charset="0"/>
              </a:rPr>
              <a:t> „mein-projekt~=2.4“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731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31247-9B9D-D342-98E0-AF29575C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pip</a:t>
            </a:r>
            <a:r>
              <a:rPr lang="de-DE" dirty="0"/>
              <a:t> – Häufig verwendet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E2989F-322A-8B46-83B5-A7B776856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Liste aller installierten Packages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list</a:t>
            </a:r>
            <a:endParaRPr lang="de-DE" dirty="0">
              <a:latin typeface="Courier" pitchFamily="2" charset="0"/>
            </a:endParaRPr>
          </a:p>
          <a:p>
            <a:r>
              <a:rPr lang="de-DE" dirty="0"/>
              <a:t>Info zu einem bestimmten Package (Metadaten)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show</a:t>
            </a:r>
            <a:r>
              <a:rPr lang="de-DE" dirty="0">
                <a:latin typeface="Courier" pitchFamily="2" charset="0"/>
              </a:rPr>
              <a:t> &lt;</a:t>
            </a:r>
            <a:r>
              <a:rPr lang="de-DE" dirty="0" err="1">
                <a:latin typeface="Courier" pitchFamily="2" charset="0"/>
              </a:rPr>
              <a:t>package_name</a:t>
            </a:r>
            <a:r>
              <a:rPr lang="de-DE" dirty="0">
                <a:latin typeface="Courier" pitchFamily="2" charset="0"/>
              </a:rPr>
              <a:t>&gt;</a:t>
            </a:r>
          </a:p>
          <a:p>
            <a:r>
              <a:rPr lang="de-DE" dirty="0"/>
              <a:t>Deinstallation eines Packages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uninstall</a:t>
            </a:r>
            <a:r>
              <a:rPr lang="de-DE" dirty="0">
                <a:latin typeface="Courier" pitchFamily="2" charset="0"/>
              </a:rPr>
              <a:t> &lt;</a:t>
            </a:r>
            <a:r>
              <a:rPr lang="de-DE" dirty="0" err="1">
                <a:latin typeface="Courier" pitchFamily="2" charset="0"/>
              </a:rPr>
              <a:t>package_name</a:t>
            </a:r>
            <a:r>
              <a:rPr lang="de-DE" dirty="0">
                <a:latin typeface="Courier" pitchFamily="2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0258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CDC1D-944E-EF40-B8BD-4E29B9A6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de-DE" sz="3700" err="1"/>
              <a:t>requirements.txt</a:t>
            </a:r>
            <a:endParaRPr lang="de-DE" sz="37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E32603-E3F2-3B4F-B026-20F6F64CF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de-DE" sz="2000"/>
              <a:t>Hilft beim Verwalten von Packages mit pip</a:t>
            </a:r>
          </a:p>
          <a:p>
            <a:r>
              <a:rPr lang="de-DE" sz="2000"/>
              <a:t>Beinhaltet eine List von Packages die geladen werden sollen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C091AA9-F33C-3347-9E02-48D0BEC07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839065"/>
            <a:ext cx="6019331" cy="517662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0682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30021A-7CDB-A04D-B812-F163BA0A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requirements.txt</a:t>
            </a:r>
            <a:r>
              <a:rPr lang="de-DE" dirty="0"/>
              <a:t> - Beispiele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558049-24C3-7C4D-BABB-77668DEF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Installiert alle Packages in der </a:t>
            </a:r>
            <a:r>
              <a:rPr lang="de-DE" dirty="0" err="1"/>
              <a:t>requirements.txt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>
                <a:latin typeface="Courier" pitchFamily="2" charset="0"/>
              </a:rPr>
              <a:t>$ 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install</a:t>
            </a:r>
            <a:r>
              <a:rPr lang="de-DE" dirty="0">
                <a:latin typeface="Courier" pitchFamily="2" charset="0"/>
              </a:rPr>
              <a:t> -</a:t>
            </a:r>
            <a:r>
              <a:rPr lang="de-DE" dirty="0" err="1">
                <a:latin typeface="Courier" pitchFamily="2" charset="0"/>
              </a:rPr>
              <a:t>r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requirements.txt</a:t>
            </a:r>
            <a:endParaRPr lang="de-DE" dirty="0">
              <a:latin typeface="Courier" pitchFamily="2" charset="0"/>
            </a:endParaRPr>
          </a:p>
          <a:p>
            <a:r>
              <a:rPr lang="de-DE" dirty="0"/>
              <a:t>Ausgabe der Packages in der aktuellen Umgebung</a:t>
            </a:r>
            <a:br>
              <a:rPr lang="de-DE" dirty="0"/>
            </a:br>
            <a:r>
              <a:rPr lang="de-DE" dirty="0"/>
              <a:t>	</a:t>
            </a:r>
            <a:r>
              <a:rPr lang="de-DE" dirty="0">
                <a:latin typeface="Courier" pitchFamily="2" charset="0"/>
              </a:rPr>
              <a:t>$ </a:t>
            </a:r>
            <a:r>
              <a:rPr lang="de-DE" dirty="0" err="1">
                <a:latin typeface="Courier" pitchFamily="2" charset="0"/>
              </a:rPr>
              <a:t>pip</a:t>
            </a:r>
            <a:r>
              <a:rPr lang="de-DE" dirty="0">
                <a:latin typeface="Courier" pitchFamily="2" charset="0"/>
              </a:rPr>
              <a:t> </a:t>
            </a:r>
            <a:r>
              <a:rPr lang="de-DE" dirty="0" err="1">
                <a:latin typeface="Courier" pitchFamily="2" charset="0"/>
              </a:rPr>
              <a:t>freeze</a:t>
            </a:r>
            <a:r>
              <a:rPr lang="de-DE" dirty="0">
                <a:latin typeface="Courier" pitchFamily="2" charset="0"/>
              </a:rPr>
              <a:t> &gt; </a:t>
            </a:r>
            <a:r>
              <a:rPr lang="de-DE" dirty="0" err="1">
                <a:latin typeface="Courier" pitchFamily="2" charset="0"/>
              </a:rPr>
              <a:t>requirements.txt</a:t>
            </a:r>
            <a:endParaRPr lang="de-DE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44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438</Words>
  <Application>Microsoft Macintosh PowerPoint</Application>
  <PresentationFormat>Breitbild</PresentationFormat>
  <Paragraphs>61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</vt:lpstr>
      <vt:lpstr>Office</vt:lpstr>
      <vt:lpstr>Python</vt:lpstr>
      <vt:lpstr>Agenda</vt:lpstr>
      <vt:lpstr>Module</vt:lpstr>
      <vt:lpstr>Hilfe zu Modulen</vt:lpstr>
      <vt:lpstr>Modul - Attribute</vt:lpstr>
      <vt:lpstr>Packages</vt:lpstr>
      <vt:lpstr>__init__.py</vt:lpstr>
      <vt:lpstr>pip</vt:lpstr>
      <vt:lpstr>pip installieren</vt:lpstr>
      <vt:lpstr>pip help</vt:lpstr>
      <vt:lpstr>pip – Packages installieren</vt:lpstr>
      <vt:lpstr>pip – Häufig verwendet</vt:lpstr>
      <vt:lpstr>requirements.txt</vt:lpstr>
      <vt:lpstr>requirements.txt - Beispiele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47</cp:revision>
  <dcterms:created xsi:type="dcterms:W3CDTF">2021-11-18T12:30:48Z</dcterms:created>
  <dcterms:modified xsi:type="dcterms:W3CDTF">2021-12-01T13:27:31Z</dcterms:modified>
</cp:coreProperties>
</file>