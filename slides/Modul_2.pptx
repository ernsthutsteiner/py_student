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68" r:id="rId6"/>
    <p:sldId id="269" r:id="rId7"/>
    <p:sldId id="271" r:id="rId8"/>
    <p:sldId id="272" r:id="rId9"/>
    <p:sldId id="273" r:id="rId10"/>
    <p:sldId id="276" r:id="rId11"/>
    <p:sldId id="274" r:id="rId12"/>
    <p:sldId id="275" r:id="rId13"/>
    <p:sldId id="270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5884"/>
  </p:normalViewPr>
  <p:slideViewPr>
    <p:cSldViewPr snapToGrid="0" snapToObjects="1">
      <p:cViewPr varScale="1">
        <p:scale>
          <a:sx n="109" d="100"/>
          <a:sy n="109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09.12.21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279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Hatten Sie jemals Listen die so groß waren, dass sie das Memory ihrer Maschine gesprengt haben? Dann sind Generatoren das Richtige für Sie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3487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4236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09.12.21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09.12.21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 2 – Datenstrukturen</a:t>
            </a:r>
            <a:br>
              <a:rPr lang="de-DE" dirty="0"/>
            </a:br>
            <a:r>
              <a:rPr lang="de-DE"/>
              <a:t>(Collections)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Listen, </a:t>
            </a:r>
            <a:r>
              <a:rPr lang="de-DE" dirty="0" err="1"/>
              <a:t>Dictionaries</a:t>
            </a:r>
            <a:r>
              <a:rPr lang="de-DE" dirty="0"/>
              <a:t>, Tupel, Sets</a:t>
            </a:r>
          </a:p>
          <a:p>
            <a:r>
              <a:rPr lang="de-DE" dirty="0"/>
              <a:t>List </a:t>
            </a:r>
            <a:r>
              <a:rPr lang="de-DE" dirty="0" err="1"/>
              <a:t>Comprehensions</a:t>
            </a:r>
            <a:endParaRPr lang="de-DE" dirty="0"/>
          </a:p>
          <a:p>
            <a:r>
              <a:rPr lang="de-DE" dirty="0"/>
              <a:t>Generatoren</a:t>
            </a:r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CB5B3-65F3-CF4E-BCA1-C0BA9783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62E16-131A-A04D-994B-CFB8F299B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Datenstruktur um Listen erstellen zu können</a:t>
            </a:r>
          </a:p>
          <a:p>
            <a:r>
              <a:rPr lang="de-DE" dirty="0"/>
              <a:t>Müssen einen Namen erhalten (wie eine Variable)</a:t>
            </a:r>
          </a:p>
          <a:p>
            <a:r>
              <a:rPr lang="de-DE" dirty="0"/>
              <a:t>Kann verschiedene Datentypen enthalten (im Gegensatz zu Arrays)</a:t>
            </a:r>
          </a:p>
          <a:p>
            <a:r>
              <a:rPr lang="de-DE" dirty="0"/>
              <a:t>Zugriff auf einzelne Werte via &lt;</a:t>
            </a:r>
            <a:r>
              <a:rPr lang="de-DE" dirty="0" err="1"/>
              <a:t>listen_name</a:t>
            </a:r>
            <a:r>
              <a:rPr lang="de-DE" dirty="0"/>
              <a:t>&gt;[&lt;Zahl&gt;]</a:t>
            </a:r>
          </a:p>
        </p:txBody>
      </p:sp>
    </p:spTree>
    <p:extLst>
      <p:ext uri="{BB962C8B-B14F-4D97-AF65-F5344CB8AC3E}">
        <p14:creationId xmlns:p14="http://schemas.microsoft.com/office/powerpoint/2010/main" val="137715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2598C7-A900-E141-A8E0-666E61AF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Dictionaries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69BFCF-ACA1-D045-BD6C-8E4B7C890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Erlauben Zugriff auf Daten über Key (statt Index-Nummer)</a:t>
            </a:r>
          </a:p>
          <a:p>
            <a:r>
              <a:rPr lang="de-DE" dirty="0"/>
              <a:t>Key : Value-Pärchen</a:t>
            </a:r>
          </a:p>
          <a:p>
            <a:r>
              <a:rPr lang="de-DE" dirty="0"/>
              <a:t>Verwenden geschweifte Klammern</a:t>
            </a:r>
          </a:p>
          <a:p>
            <a:r>
              <a:rPr lang="de-DE" dirty="0"/>
              <a:t>Trennung durch Komma</a:t>
            </a:r>
          </a:p>
        </p:txBody>
      </p:sp>
    </p:spTree>
    <p:extLst>
      <p:ext uri="{BB962C8B-B14F-4D97-AF65-F5344CB8AC3E}">
        <p14:creationId xmlns:p14="http://schemas.microsoft.com/office/powerpoint/2010/main" val="2878860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35DFA-8698-914E-96A4-020F2202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Tupel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C340ED-7057-3A4D-8082-BC234DD40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Tupel-Werte sind unveränderbar (ein Cube Bike bleibt ein Cube)</a:t>
            </a:r>
          </a:p>
          <a:p>
            <a:r>
              <a:rPr lang="de-DE" dirty="0"/>
              <a:t>Performanter als Listen</a:t>
            </a:r>
          </a:p>
          <a:p>
            <a:r>
              <a:rPr lang="de-DE" dirty="0"/>
              <a:t>Werden ähnlich wie Listen erstellt (ohne [])</a:t>
            </a:r>
          </a:p>
          <a:p>
            <a:r>
              <a:rPr lang="de-DE" dirty="0"/>
              <a:t>Können veränderliche Datenstrukturen aufnehmen (z.B. Liste)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755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71CE3A-06FD-8043-B6C0-66382FC3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693B86-1533-FA45-8172-1E2600ED7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Speichern mehrere Werte in einer Variablen</a:t>
            </a:r>
          </a:p>
          <a:p>
            <a:r>
              <a:rPr lang="de-DE" dirty="0"/>
              <a:t>Sind nicht sortiert, nicht veränderbar, haben keinen Index</a:t>
            </a:r>
          </a:p>
          <a:p>
            <a:r>
              <a:rPr lang="de-DE" dirty="0"/>
              <a:t>Jedoch ist das Löschen und Hinzufügen möglich</a:t>
            </a:r>
          </a:p>
          <a:p>
            <a:r>
              <a:rPr lang="de-DE" dirty="0"/>
              <a:t>Set werden mit {} geschrieben</a:t>
            </a:r>
          </a:p>
          <a:p>
            <a:r>
              <a:rPr lang="de-DE" dirty="0"/>
              <a:t>Erlauben keine Duplikate (werden ignoriert)</a:t>
            </a:r>
          </a:p>
        </p:txBody>
      </p:sp>
    </p:spTree>
    <p:extLst>
      <p:ext uri="{BB962C8B-B14F-4D97-AF65-F5344CB8AC3E}">
        <p14:creationId xmlns:p14="http://schemas.microsoft.com/office/powerpoint/2010/main" val="38066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6F964-1CB4-8948-8BCD-0DD80AFE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de-DE" dirty="0"/>
              <a:t>Demo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966AB3-19AF-9940-B314-4A648566D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de-DE" sz="2000" dirty="0"/>
              <a:t>Listen, </a:t>
            </a:r>
            <a:r>
              <a:rPr lang="de-DE" sz="2000" dirty="0" err="1"/>
              <a:t>Dictionaries</a:t>
            </a:r>
            <a:r>
              <a:rPr lang="de-DE" sz="2000" dirty="0"/>
              <a:t>, Tupel, Sets</a:t>
            </a:r>
          </a:p>
          <a:p>
            <a:endParaRPr lang="de-DE" sz="2000" dirty="0"/>
          </a:p>
        </p:txBody>
      </p:sp>
      <p:pic>
        <p:nvPicPr>
          <p:cNvPr id="5" name="Picture 4" descr="Stethoscope on white background">
            <a:extLst>
              <a:ext uri="{FF2B5EF4-FFF2-40B4-BE49-F238E27FC236}">
                <a16:creationId xmlns:a16="http://schemas.microsoft.com/office/drawing/2014/main" id="{446FCDBF-D3B7-40E1-AE4D-45BB657269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3" r="53626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9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all of advesive notes with one standing out">
            <a:extLst>
              <a:ext uri="{FF2B5EF4-FFF2-40B4-BE49-F238E27FC236}">
                <a16:creationId xmlns:a16="http://schemas.microsoft.com/office/drawing/2014/main" id="{548356DE-D9F6-4EFE-809F-0220332FC0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00" r="35865" b="-1"/>
          <a:stretch/>
        </p:blipFill>
        <p:spPr>
          <a:xfrm>
            <a:off x="20" y="10"/>
            <a:ext cx="4637226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951BD9-0868-4CDB-ACD6-9C4209B5E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637247" y="0"/>
            <a:ext cx="755475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E6DB2D-55CB-B848-B920-5474AA70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328" y="640082"/>
            <a:ext cx="6274591" cy="33516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bg1"/>
                </a:solidFill>
              </a:rPr>
              <a:t>List Comprehensions</a:t>
            </a:r>
          </a:p>
        </p:txBody>
      </p:sp>
    </p:spTree>
    <p:extLst>
      <p:ext uri="{BB962C8B-B14F-4D97-AF65-F5344CB8AC3E}">
        <p14:creationId xmlns:p14="http://schemas.microsoft.com/office/powerpoint/2010/main" val="1882581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A9A7FF-001B-5846-84AE-873722CB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Intro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8487CD-C432-0541-AC04-07FA65BD6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List: [1, 2, „x“, 47.11] =&gt; in Klammern, durch Komma getrennt</a:t>
            </a:r>
          </a:p>
          <a:p>
            <a:r>
              <a:rPr lang="de-DE" dirty="0"/>
              <a:t>List </a:t>
            </a:r>
            <a:r>
              <a:rPr lang="de-DE" dirty="0" err="1"/>
              <a:t>Comprehension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/>
              <a:t>Standard-Form:</a:t>
            </a:r>
            <a:br>
              <a:rPr lang="de-DE" dirty="0"/>
            </a:br>
            <a:r>
              <a:rPr lang="de-DE" dirty="0">
                <a:latin typeface="Courier" pitchFamily="2" charset="0"/>
              </a:rPr>
              <a:t>[</a:t>
            </a:r>
            <a:r>
              <a:rPr lang="de-DE" i="1" dirty="0">
                <a:latin typeface="Courier" pitchFamily="2" charset="0"/>
              </a:rPr>
              <a:t>Ausdruck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for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i="1" dirty="0">
                <a:latin typeface="Courier" pitchFamily="2" charset="0"/>
              </a:rPr>
              <a:t>Wert</a:t>
            </a:r>
            <a:r>
              <a:rPr lang="de-DE" dirty="0">
                <a:latin typeface="Courier" pitchFamily="2" charset="0"/>
              </a:rPr>
              <a:t> in </a:t>
            </a:r>
            <a:r>
              <a:rPr lang="de-DE" i="1" dirty="0" err="1">
                <a:latin typeface="Courier" pitchFamily="2" charset="0"/>
              </a:rPr>
              <a:t>collection</a:t>
            </a:r>
            <a:r>
              <a:rPr lang="de-DE" dirty="0">
                <a:latin typeface="Courier" pitchFamily="2" charset="0"/>
              </a:rPr>
              <a:t>]</a:t>
            </a:r>
          </a:p>
          <a:p>
            <a:pPr marL="0" indent="0">
              <a:buNone/>
            </a:pPr>
            <a:r>
              <a:rPr lang="de-DE" dirty="0"/>
              <a:t>… mit </a:t>
            </a:r>
            <a:r>
              <a:rPr lang="de-DE" dirty="0" err="1"/>
              <a:t>if</a:t>
            </a:r>
            <a:r>
              <a:rPr lang="de-DE" dirty="0"/>
              <a:t> (Filter)</a:t>
            </a:r>
            <a:br>
              <a:rPr lang="de-DE" dirty="0"/>
            </a:br>
            <a:r>
              <a:rPr lang="de-DE" dirty="0">
                <a:latin typeface="Courier" pitchFamily="2" charset="0"/>
              </a:rPr>
              <a:t>[</a:t>
            </a:r>
            <a:r>
              <a:rPr lang="de-DE" i="1" dirty="0">
                <a:latin typeface="Courier" pitchFamily="2" charset="0"/>
              </a:rPr>
              <a:t>Ausdruck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for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i="1" dirty="0">
                <a:latin typeface="Courier" pitchFamily="2" charset="0"/>
              </a:rPr>
              <a:t>Wert</a:t>
            </a:r>
            <a:r>
              <a:rPr lang="de-DE" dirty="0">
                <a:latin typeface="Courier" pitchFamily="2" charset="0"/>
              </a:rPr>
              <a:t> in </a:t>
            </a:r>
            <a:r>
              <a:rPr lang="de-DE" i="1" dirty="0" err="1">
                <a:latin typeface="Courier" pitchFamily="2" charset="0"/>
              </a:rPr>
              <a:t>collection</a:t>
            </a:r>
            <a:r>
              <a:rPr lang="de-DE" i="1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if</a:t>
            </a:r>
            <a:r>
              <a:rPr lang="de-DE" i="1" dirty="0">
                <a:latin typeface="Courier" pitchFamily="2" charset="0"/>
              </a:rPr>
              <a:t> &lt;</a:t>
            </a:r>
            <a:r>
              <a:rPr lang="de-DE" i="1" dirty="0" err="1">
                <a:latin typeface="Courier" pitchFamily="2" charset="0"/>
              </a:rPr>
              <a:t>bedingung</a:t>
            </a:r>
            <a:r>
              <a:rPr lang="de-DE" i="1" dirty="0">
                <a:latin typeface="Courier" pitchFamily="2" charset="0"/>
              </a:rPr>
              <a:t>&gt;</a:t>
            </a:r>
            <a:r>
              <a:rPr lang="de-DE" dirty="0">
                <a:latin typeface="Courier" pitchFamily="2" charset="0"/>
              </a:rPr>
              <a:t>]</a:t>
            </a:r>
            <a:br>
              <a:rPr lang="de-DE" dirty="0">
                <a:latin typeface="Courier" pitchFamily="2" charset="0"/>
              </a:rPr>
            </a:br>
            <a:r>
              <a:rPr lang="de-DE" dirty="0">
                <a:latin typeface="Courier" pitchFamily="2" charset="0"/>
              </a:rPr>
              <a:t>[</a:t>
            </a:r>
            <a:r>
              <a:rPr lang="de-DE" i="1" dirty="0">
                <a:latin typeface="Courier" pitchFamily="2" charset="0"/>
              </a:rPr>
              <a:t>Ausdruck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for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i="1" dirty="0">
                <a:latin typeface="Courier" pitchFamily="2" charset="0"/>
              </a:rPr>
              <a:t>Wert</a:t>
            </a:r>
            <a:r>
              <a:rPr lang="de-DE" dirty="0">
                <a:latin typeface="Courier" pitchFamily="2" charset="0"/>
              </a:rPr>
              <a:t> in </a:t>
            </a:r>
            <a:r>
              <a:rPr lang="de-DE" i="1" dirty="0" err="1">
                <a:latin typeface="Courier" pitchFamily="2" charset="0"/>
              </a:rPr>
              <a:t>collection</a:t>
            </a:r>
            <a:r>
              <a:rPr lang="de-DE" i="1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if</a:t>
            </a:r>
            <a:r>
              <a:rPr lang="de-DE" i="1" dirty="0">
                <a:latin typeface="Courier" pitchFamily="2" charset="0"/>
              </a:rPr>
              <a:t> &lt;</a:t>
            </a:r>
            <a:r>
              <a:rPr lang="de-DE" i="1" dirty="0" err="1">
                <a:latin typeface="Courier" pitchFamily="2" charset="0"/>
              </a:rPr>
              <a:t>bedingungA</a:t>
            </a:r>
            <a:r>
              <a:rPr lang="de-DE" i="1" dirty="0">
                <a:latin typeface="Courier" pitchFamily="2" charset="0"/>
              </a:rPr>
              <a:t>&gt; </a:t>
            </a:r>
            <a:r>
              <a:rPr lang="de-DE" i="1" dirty="0" err="1">
                <a:latin typeface="Courier" pitchFamily="2" charset="0"/>
              </a:rPr>
              <a:t>and</a:t>
            </a:r>
            <a:r>
              <a:rPr lang="de-DE" i="1" dirty="0">
                <a:latin typeface="Courier" pitchFamily="2" charset="0"/>
              </a:rPr>
              <a:t> &lt;</a:t>
            </a:r>
            <a:r>
              <a:rPr lang="de-DE" i="1" dirty="0" err="1">
                <a:latin typeface="Courier" pitchFamily="2" charset="0"/>
              </a:rPr>
              <a:t>bedingungB</a:t>
            </a:r>
            <a:r>
              <a:rPr lang="de-DE" i="1" dirty="0">
                <a:latin typeface="Courier" pitchFamily="2" charset="0"/>
              </a:rPr>
              <a:t>&gt;</a:t>
            </a:r>
            <a:r>
              <a:rPr lang="de-DE" dirty="0">
                <a:latin typeface="Courier" pitchFamily="2" charset="0"/>
              </a:rPr>
              <a:t>]</a:t>
            </a:r>
          </a:p>
          <a:p>
            <a:pPr marL="0" indent="0">
              <a:buNone/>
            </a:pPr>
            <a:r>
              <a:rPr lang="de-DE" dirty="0">
                <a:latin typeface="Courier" pitchFamily="2" charset="0"/>
              </a:rPr>
              <a:t>…über mehrere Collections:</a:t>
            </a:r>
            <a:br>
              <a:rPr lang="de-DE" dirty="0">
                <a:latin typeface="Courier" pitchFamily="2" charset="0"/>
              </a:rPr>
            </a:br>
            <a:r>
              <a:rPr lang="de-DE" dirty="0">
                <a:latin typeface="Courier" pitchFamily="2" charset="0"/>
              </a:rPr>
              <a:t>[</a:t>
            </a:r>
            <a:r>
              <a:rPr lang="de-DE" i="1" dirty="0">
                <a:latin typeface="Courier" pitchFamily="2" charset="0"/>
              </a:rPr>
              <a:t>Ausdruck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for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i="1" dirty="0">
                <a:latin typeface="Courier" pitchFamily="2" charset="0"/>
              </a:rPr>
              <a:t>Wert1</a:t>
            </a:r>
            <a:r>
              <a:rPr lang="de-DE" dirty="0">
                <a:latin typeface="Courier" pitchFamily="2" charset="0"/>
              </a:rPr>
              <a:t> in </a:t>
            </a:r>
            <a:r>
              <a:rPr lang="de-DE" i="1" dirty="0">
                <a:latin typeface="Courier" pitchFamily="2" charset="0"/>
              </a:rPr>
              <a:t>collection1 </a:t>
            </a:r>
            <a:r>
              <a:rPr lang="de-DE" dirty="0" err="1">
                <a:latin typeface="Courier" pitchFamily="2" charset="0"/>
              </a:rPr>
              <a:t>and</a:t>
            </a:r>
            <a:r>
              <a:rPr lang="de-DE" i="1" dirty="0">
                <a:latin typeface="Courier" pitchFamily="2" charset="0"/>
              </a:rPr>
              <a:t> Wert2 </a:t>
            </a:r>
            <a:r>
              <a:rPr lang="de-DE" dirty="0">
                <a:latin typeface="Courier" pitchFamily="2" charset="0"/>
              </a:rPr>
              <a:t>in</a:t>
            </a:r>
            <a:r>
              <a:rPr lang="de-DE" i="1" dirty="0">
                <a:latin typeface="Courier" pitchFamily="2" charset="0"/>
              </a:rPr>
              <a:t> collection2</a:t>
            </a:r>
            <a:r>
              <a:rPr lang="de-DE" dirty="0">
                <a:latin typeface="Courier" pitchFamily="2" charset="0"/>
              </a:rPr>
              <a:t>]</a:t>
            </a:r>
          </a:p>
          <a:p>
            <a:pPr marL="0" indent="0">
              <a:buNone/>
            </a:pPr>
            <a:endParaRPr lang="de-DE" dirty="0">
              <a:latin typeface="Courier" pitchFamily="2" charset="0"/>
            </a:endParaRPr>
          </a:p>
          <a:p>
            <a:pPr marL="0" indent="0">
              <a:buNone/>
            </a:pPr>
            <a:endParaRPr lang="de-DE" dirty="0">
              <a:latin typeface="Courier" pitchFamily="2" charset="0"/>
            </a:endParaRPr>
          </a:p>
          <a:p>
            <a:pPr marL="0" indent="0">
              <a:buNone/>
            </a:pPr>
            <a:endParaRPr lang="de-DE" dirty="0">
              <a:latin typeface="Courier" pitchFamily="2" charset="0"/>
            </a:endParaRPr>
          </a:p>
          <a:p>
            <a:pPr marL="0" indent="0">
              <a:buNone/>
            </a:pPr>
            <a:endParaRPr lang="de-DE" dirty="0">
              <a:latin typeface="Courier" pitchFamily="2" charset="0"/>
            </a:endParaRPr>
          </a:p>
          <a:p>
            <a:pPr marL="0" indent="0">
              <a:buNone/>
            </a:pPr>
            <a:endParaRPr lang="de-DE" dirty="0">
              <a:latin typeface="Courier" pitchFamily="2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5266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D42E74-34B7-B641-910A-57B75D18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E9CA8F-3B1F-E34D-9F71-9DEB73232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List </a:t>
            </a:r>
            <a:r>
              <a:rPr lang="de-DE" dirty="0" err="1"/>
              <a:t>Comprehensions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15363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piralförmige Fächerfigur">
            <a:extLst>
              <a:ext uri="{FF2B5EF4-FFF2-40B4-BE49-F238E27FC236}">
                <a16:creationId xmlns:a16="http://schemas.microsoft.com/office/drawing/2014/main" id="{67F4645C-6D39-4FD5-9888-DB70C04489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77" r="49088" b="-1"/>
          <a:stretch/>
        </p:blipFill>
        <p:spPr>
          <a:xfrm>
            <a:off x="20" y="10"/>
            <a:ext cx="4637226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951BD9-0868-4CDB-ACD6-9C4209B5E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637247" y="0"/>
            <a:ext cx="755475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24930C-6386-C845-8175-B293BE7C8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328" y="640082"/>
            <a:ext cx="6274591" cy="33516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bg1"/>
                </a:solidFill>
              </a:rPr>
              <a:t>Generatoren</a:t>
            </a:r>
          </a:p>
        </p:txBody>
      </p:sp>
    </p:spTree>
    <p:extLst>
      <p:ext uri="{BB962C8B-B14F-4D97-AF65-F5344CB8AC3E}">
        <p14:creationId xmlns:p14="http://schemas.microsoft.com/office/powerpoint/2010/main" val="733694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CE568-3499-8842-9E5C-E2DCDF42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Intro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8CD8DC-652C-5F43-975F-B8A5397E5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Generatoren sind Funktionen, die wie </a:t>
            </a:r>
            <a:r>
              <a:rPr lang="de-DE" dirty="0" err="1"/>
              <a:t>Iteratoren</a:t>
            </a:r>
            <a:r>
              <a:rPr lang="de-DE" dirty="0"/>
              <a:t> funktionieren</a:t>
            </a:r>
          </a:p>
          <a:p>
            <a:r>
              <a:rPr lang="de-DE" dirty="0"/>
              <a:t>Geben ein </a:t>
            </a:r>
            <a:r>
              <a:rPr lang="de-DE" dirty="0" err="1"/>
              <a:t>Iterator</a:t>
            </a:r>
            <a:r>
              <a:rPr lang="de-DE" dirty="0"/>
              <a:t>-Objekt zurück (statt einen Wert)</a:t>
            </a:r>
          </a:p>
          <a:p>
            <a:r>
              <a:rPr lang="de-DE" dirty="0"/>
              <a:t>Verwenden „</a:t>
            </a:r>
            <a:r>
              <a:rPr lang="de-DE" dirty="0" err="1"/>
              <a:t>yield</a:t>
            </a:r>
            <a:r>
              <a:rPr lang="de-DE" dirty="0"/>
              <a:t>“ statt „</a:t>
            </a:r>
            <a:r>
              <a:rPr lang="de-DE" dirty="0" err="1"/>
              <a:t>return</a:t>
            </a:r>
            <a:r>
              <a:rPr lang="de-DE" dirty="0"/>
              <a:t>“</a:t>
            </a:r>
          </a:p>
          <a:p>
            <a:r>
              <a:rPr lang="de-DE" dirty="0"/>
              <a:t>Hält nicht alle Werte in Memory</a:t>
            </a:r>
          </a:p>
          <a:p>
            <a:r>
              <a:rPr lang="de-DE" dirty="0"/>
              <a:t>Gut geeignet für </a:t>
            </a:r>
            <a:r>
              <a:rPr lang="de-DE"/>
              <a:t>große Datenmengen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6952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315</Words>
  <Application>Microsoft Macintosh PowerPoint</Application>
  <PresentationFormat>Breitbild</PresentationFormat>
  <Paragraphs>55</Paragraphs>
  <Slides>13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</vt:lpstr>
      <vt:lpstr>Office</vt:lpstr>
      <vt:lpstr>Python</vt:lpstr>
      <vt:lpstr>Agenda</vt:lpstr>
      <vt:lpstr>Listen</vt:lpstr>
      <vt:lpstr>Dictionaries</vt:lpstr>
      <vt:lpstr>Tupel</vt:lpstr>
      <vt:lpstr>Sets</vt:lpstr>
      <vt:lpstr>Demo</vt:lpstr>
      <vt:lpstr>List Comprehensions</vt:lpstr>
      <vt:lpstr>Intro</vt:lpstr>
      <vt:lpstr>Demo</vt:lpstr>
      <vt:lpstr>Generatoren</vt:lpstr>
      <vt:lpstr>Intro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12</cp:revision>
  <dcterms:created xsi:type="dcterms:W3CDTF">2021-11-18T12:30:48Z</dcterms:created>
  <dcterms:modified xsi:type="dcterms:W3CDTF">2021-12-10T09:07:28Z</dcterms:modified>
</cp:coreProperties>
</file>