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71" r:id="rId4"/>
    <p:sldId id="277" r:id="rId5"/>
    <p:sldId id="278" r:id="rId6"/>
    <p:sldId id="279" r:id="rId7"/>
    <p:sldId id="280" r:id="rId8"/>
    <p:sldId id="281" r:id="rId9"/>
    <p:sldId id="270" r:id="rId10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ittlere Formatvorlag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4780"/>
    <p:restoredTop sz="86350"/>
  </p:normalViewPr>
  <p:slideViewPr>
    <p:cSldViewPr snapToGrid="0" snapToObjects="1">
      <p:cViewPr varScale="1">
        <p:scale>
          <a:sx n="84" d="100"/>
          <a:sy n="84" d="100"/>
        </p:scale>
        <p:origin x="208" y="4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2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/>
    </dgm:fillClrLst>
    <dgm:linClrLst meth="repeat">
      <a:schemeClr val="lt2">
        <a:alpha val="0"/>
      </a:schemeClr>
    </dgm:linClrLst>
    <dgm:effectClrLst/>
    <dgm:txLinClrLst/>
    <dgm:txFillClrLst/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CBA645C-150B-4627-BB48-398DFD1A4B8E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accent0_3" csCatId="mainScheme" phldr="1"/>
      <dgm:spPr/>
      <dgm:t>
        <a:bodyPr/>
        <a:lstStyle/>
        <a:p>
          <a:endParaRPr lang="en-US"/>
        </a:p>
      </dgm:t>
    </dgm:pt>
    <dgm:pt modelId="{53AAC90B-1117-4745-B1BE-BB7470AE7A74}">
      <dgm:prSet/>
      <dgm:spPr/>
      <dgm:t>
        <a:bodyPr/>
        <a:lstStyle/>
        <a:p>
          <a:pPr>
            <a:defRPr cap="all"/>
          </a:pPr>
          <a:r>
            <a:rPr lang="de-DE"/>
            <a:t>Tabellen</a:t>
          </a:r>
          <a:endParaRPr lang="en-US"/>
        </a:p>
      </dgm:t>
    </dgm:pt>
    <dgm:pt modelId="{6CB245BA-D0E0-4066-A6BA-9029E1997106}" type="parTrans" cxnId="{93E38DBB-E388-4730-A56D-8C03EB48833C}">
      <dgm:prSet/>
      <dgm:spPr/>
      <dgm:t>
        <a:bodyPr/>
        <a:lstStyle/>
        <a:p>
          <a:endParaRPr lang="en-US"/>
        </a:p>
      </dgm:t>
    </dgm:pt>
    <dgm:pt modelId="{C0A62AAA-B76B-4634-B87F-CA43F2288F73}" type="sibTrans" cxnId="{93E38DBB-E388-4730-A56D-8C03EB48833C}">
      <dgm:prSet/>
      <dgm:spPr/>
      <dgm:t>
        <a:bodyPr/>
        <a:lstStyle/>
        <a:p>
          <a:endParaRPr lang="en-US"/>
        </a:p>
      </dgm:t>
    </dgm:pt>
    <dgm:pt modelId="{1D9D443A-6D9C-4FB7-A402-E0FB21305D08}">
      <dgm:prSet/>
      <dgm:spPr/>
      <dgm:t>
        <a:bodyPr/>
        <a:lstStyle/>
        <a:p>
          <a:pPr>
            <a:defRPr cap="all"/>
          </a:pPr>
          <a:r>
            <a:rPr lang="de-DE"/>
            <a:t>Views</a:t>
          </a:r>
          <a:endParaRPr lang="en-US"/>
        </a:p>
      </dgm:t>
    </dgm:pt>
    <dgm:pt modelId="{FDE46425-C314-4C43-B967-B6CB73E5B5D9}" type="parTrans" cxnId="{24D96907-4664-4453-8BFA-E630AF6091BA}">
      <dgm:prSet/>
      <dgm:spPr/>
      <dgm:t>
        <a:bodyPr/>
        <a:lstStyle/>
        <a:p>
          <a:endParaRPr lang="en-US"/>
        </a:p>
      </dgm:t>
    </dgm:pt>
    <dgm:pt modelId="{4DBA0F2D-CFAA-4DE5-B491-022E0F4F5CB1}" type="sibTrans" cxnId="{24D96907-4664-4453-8BFA-E630AF6091BA}">
      <dgm:prSet/>
      <dgm:spPr/>
      <dgm:t>
        <a:bodyPr/>
        <a:lstStyle/>
        <a:p>
          <a:endParaRPr lang="en-US"/>
        </a:p>
      </dgm:t>
    </dgm:pt>
    <dgm:pt modelId="{4F5AE481-2846-4558-B9AF-AE2CEB038255}">
      <dgm:prSet/>
      <dgm:spPr/>
      <dgm:t>
        <a:bodyPr/>
        <a:lstStyle/>
        <a:p>
          <a:pPr>
            <a:defRPr cap="all"/>
          </a:pPr>
          <a:r>
            <a:rPr lang="de-DE"/>
            <a:t>Stored Procedures</a:t>
          </a:r>
          <a:endParaRPr lang="en-US"/>
        </a:p>
      </dgm:t>
    </dgm:pt>
    <dgm:pt modelId="{6065868B-518A-4473-8BF1-94EFB58FE9B8}" type="parTrans" cxnId="{F09C4E1F-AC8D-40B8-9636-78C143AF2B06}">
      <dgm:prSet/>
      <dgm:spPr/>
      <dgm:t>
        <a:bodyPr/>
        <a:lstStyle/>
        <a:p>
          <a:endParaRPr lang="en-US"/>
        </a:p>
      </dgm:t>
    </dgm:pt>
    <dgm:pt modelId="{30EC1A23-D60C-438E-9899-BBF3A6D604A4}" type="sibTrans" cxnId="{F09C4E1F-AC8D-40B8-9636-78C143AF2B06}">
      <dgm:prSet/>
      <dgm:spPr/>
      <dgm:t>
        <a:bodyPr/>
        <a:lstStyle/>
        <a:p>
          <a:endParaRPr lang="en-US"/>
        </a:p>
      </dgm:t>
    </dgm:pt>
    <dgm:pt modelId="{7289667A-294E-4B42-9A50-9A9F518F93D9}">
      <dgm:prSet/>
      <dgm:spPr/>
      <dgm:t>
        <a:bodyPr/>
        <a:lstStyle/>
        <a:p>
          <a:pPr>
            <a:defRPr cap="all"/>
          </a:pPr>
          <a:r>
            <a:rPr lang="de-DE"/>
            <a:t>Funktionen</a:t>
          </a:r>
          <a:endParaRPr lang="en-US"/>
        </a:p>
      </dgm:t>
    </dgm:pt>
    <dgm:pt modelId="{21ED2967-7CAC-4237-A8A9-F70F75269481}" type="parTrans" cxnId="{6AE52DA2-38BB-403E-8487-B68D69C34457}">
      <dgm:prSet/>
      <dgm:spPr/>
      <dgm:t>
        <a:bodyPr/>
        <a:lstStyle/>
        <a:p>
          <a:endParaRPr lang="en-US"/>
        </a:p>
      </dgm:t>
    </dgm:pt>
    <dgm:pt modelId="{49332A67-97B7-48EB-896A-76EAB3A34B62}" type="sibTrans" cxnId="{6AE52DA2-38BB-403E-8487-B68D69C34457}">
      <dgm:prSet/>
      <dgm:spPr/>
      <dgm:t>
        <a:bodyPr/>
        <a:lstStyle/>
        <a:p>
          <a:endParaRPr lang="en-US"/>
        </a:p>
      </dgm:t>
    </dgm:pt>
    <dgm:pt modelId="{06A2E1B0-60E0-4517-889A-17280823B8FA}" type="pres">
      <dgm:prSet presAssocID="{BCBA645C-150B-4627-BB48-398DFD1A4B8E}" presName="root" presStyleCnt="0">
        <dgm:presLayoutVars>
          <dgm:dir/>
          <dgm:resizeHandles val="exact"/>
        </dgm:presLayoutVars>
      </dgm:prSet>
      <dgm:spPr/>
    </dgm:pt>
    <dgm:pt modelId="{D07621C1-5FAA-4B40-A2FF-7AB8BF71A28F}" type="pres">
      <dgm:prSet presAssocID="{53AAC90B-1117-4745-B1BE-BB7470AE7A74}" presName="compNode" presStyleCnt="0"/>
      <dgm:spPr/>
    </dgm:pt>
    <dgm:pt modelId="{159D0ACA-3D06-46E8-91AF-0AAA792F6C99}" type="pres">
      <dgm:prSet presAssocID="{53AAC90B-1117-4745-B1BE-BB7470AE7A74}" presName="iconBgRect" presStyleLbl="bgShp" presStyleIdx="0" presStyleCnt="4"/>
      <dgm:spPr/>
    </dgm:pt>
    <dgm:pt modelId="{EFC70619-0D9B-4B9F-85BC-5D54D2358E01}" type="pres">
      <dgm:prSet presAssocID="{53AAC90B-1117-4745-B1BE-BB7470AE7A74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belle"/>
        </a:ext>
      </dgm:extLst>
    </dgm:pt>
    <dgm:pt modelId="{8C6C4425-4643-4D55-90E7-CECCCC85A932}" type="pres">
      <dgm:prSet presAssocID="{53AAC90B-1117-4745-B1BE-BB7470AE7A74}" presName="spaceRect" presStyleCnt="0"/>
      <dgm:spPr/>
    </dgm:pt>
    <dgm:pt modelId="{C936D4D4-1BC2-42B0-93DD-EAF94461C0C1}" type="pres">
      <dgm:prSet presAssocID="{53AAC90B-1117-4745-B1BE-BB7470AE7A74}" presName="textRect" presStyleLbl="revTx" presStyleIdx="0" presStyleCnt="4">
        <dgm:presLayoutVars>
          <dgm:chMax val="1"/>
          <dgm:chPref val="1"/>
        </dgm:presLayoutVars>
      </dgm:prSet>
      <dgm:spPr/>
    </dgm:pt>
    <dgm:pt modelId="{F4BCAC8A-838B-424F-97F4-EB16A6375616}" type="pres">
      <dgm:prSet presAssocID="{C0A62AAA-B76B-4634-B87F-CA43F2288F73}" presName="sibTrans" presStyleCnt="0"/>
      <dgm:spPr/>
    </dgm:pt>
    <dgm:pt modelId="{D78BD6A6-5D16-41AF-86AB-028D8F6DC247}" type="pres">
      <dgm:prSet presAssocID="{1D9D443A-6D9C-4FB7-A402-E0FB21305D08}" presName="compNode" presStyleCnt="0"/>
      <dgm:spPr/>
    </dgm:pt>
    <dgm:pt modelId="{3E474071-02F5-4247-9571-E7D3A6BB8EBC}" type="pres">
      <dgm:prSet presAssocID="{1D9D443A-6D9C-4FB7-A402-E0FB21305D08}" presName="iconBgRect" presStyleLbl="bgShp" presStyleIdx="1" presStyleCnt="4"/>
      <dgm:spPr/>
    </dgm:pt>
    <dgm:pt modelId="{E25CFC67-7CF6-4FE5-B856-679B33C52DF6}" type="pres">
      <dgm:prSet presAssocID="{1D9D443A-6D9C-4FB7-A402-E0FB21305D08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uge"/>
        </a:ext>
      </dgm:extLst>
    </dgm:pt>
    <dgm:pt modelId="{EEAA1D07-FEE2-4674-8753-E6D9DB818609}" type="pres">
      <dgm:prSet presAssocID="{1D9D443A-6D9C-4FB7-A402-E0FB21305D08}" presName="spaceRect" presStyleCnt="0"/>
      <dgm:spPr/>
    </dgm:pt>
    <dgm:pt modelId="{D46C4E9C-2516-49F1-8070-4EEDC2C24020}" type="pres">
      <dgm:prSet presAssocID="{1D9D443A-6D9C-4FB7-A402-E0FB21305D08}" presName="textRect" presStyleLbl="revTx" presStyleIdx="1" presStyleCnt="4">
        <dgm:presLayoutVars>
          <dgm:chMax val="1"/>
          <dgm:chPref val="1"/>
        </dgm:presLayoutVars>
      </dgm:prSet>
      <dgm:spPr/>
    </dgm:pt>
    <dgm:pt modelId="{88AE84C8-A83D-4838-96D3-A9B337D0821B}" type="pres">
      <dgm:prSet presAssocID="{4DBA0F2D-CFAA-4DE5-B491-022E0F4F5CB1}" presName="sibTrans" presStyleCnt="0"/>
      <dgm:spPr/>
    </dgm:pt>
    <dgm:pt modelId="{24AF218E-7EC6-45BC-AF3B-CCF5C6D4DD56}" type="pres">
      <dgm:prSet presAssocID="{4F5AE481-2846-4558-B9AF-AE2CEB038255}" presName="compNode" presStyleCnt="0"/>
      <dgm:spPr/>
    </dgm:pt>
    <dgm:pt modelId="{8ED43A8E-3D8A-4657-922F-DD34EAFF7A6E}" type="pres">
      <dgm:prSet presAssocID="{4F5AE481-2846-4558-B9AF-AE2CEB038255}" presName="iconBgRect" presStyleLbl="bgShp" presStyleIdx="2" presStyleCnt="4"/>
      <dgm:spPr/>
    </dgm:pt>
    <dgm:pt modelId="{042690FD-5D50-44AA-A4F3-E87638874F5E}" type="pres">
      <dgm:prSet presAssocID="{4F5AE481-2846-4558-B9AF-AE2CEB038255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en Folder"/>
        </a:ext>
      </dgm:extLst>
    </dgm:pt>
    <dgm:pt modelId="{284CF01D-AEE5-4FE1-B885-121AE58BE053}" type="pres">
      <dgm:prSet presAssocID="{4F5AE481-2846-4558-B9AF-AE2CEB038255}" presName="spaceRect" presStyleCnt="0"/>
      <dgm:spPr/>
    </dgm:pt>
    <dgm:pt modelId="{2968BFB0-601C-45D9-8336-B5B1E191CD88}" type="pres">
      <dgm:prSet presAssocID="{4F5AE481-2846-4558-B9AF-AE2CEB038255}" presName="textRect" presStyleLbl="revTx" presStyleIdx="2" presStyleCnt="4">
        <dgm:presLayoutVars>
          <dgm:chMax val="1"/>
          <dgm:chPref val="1"/>
        </dgm:presLayoutVars>
      </dgm:prSet>
      <dgm:spPr/>
    </dgm:pt>
    <dgm:pt modelId="{6168BAF4-BFF7-4A23-988D-95632DCB66E6}" type="pres">
      <dgm:prSet presAssocID="{30EC1A23-D60C-438E-9899-BBF3A6D604A4}" presName="sibTrans" presStyleCnt="0"/>
      <dgm:spPr/>
    </dgm:pt>
    <dgm:pt modelId="{B7F5F3E5-F2EA-4554-A80D-68AF3610897F}" type="pres">
      <dgm:prSet presAssocID="{7289667A-294E-4B42-9A50-9A9F518F93D9}" presName="compNode" presStyleCnt="0"/>
      <dgm:spPr/>
    </dgm:pt>
    <dgm:pt modelId="{1CA8C86D-7FAD-4B71-8170-683772F93C69}" type="pres">
      <dgm:prSet presAssocID="{7289667A-294E-4B42-9A50-9A9F518F93D9}" presName="iconBgRect" presStyleLbl="bgShp" presStyleIdx="3" presStyleCnt="4"/>
      <dgm:spPr/>
    </dgm:pt>
    <dgm:pt modelId="{34619A9B-954C-499B-886F-D44A1DBF9B1C}" type="pres">
      <dgm:prSet presAssocID="{7289667A-294E-4B42-9A50-9A9F518F93D9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äkchen"/>
        </a:ext>
      </dgm:extLst>
    </dgm:pt>
    <dgm:pt modelId="{02A6DF6F-53E9-4159-BCF5-1F1F5849EAE2}" type="pres">
      <dgm:prSet presAssocID="{7289667A-294E-4B42-9A50-9A9F518F93D9}" presName="spaceRect" presStyleCnt="0"/>
      <dgm:spPr/>
    </dgm:pt>
    <dgm:pt modelId="{90228280-82E1-4203-9F94-C1EBE6D034EB}" type="pres">
      <dgm:prSet presAssocID="{7289667A-294E-4B42-9A50-9A9F518F93D9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24D96907-4664-4453-8BFA-E630AF6091BA}" srcId="{BCBA645C-150B-4627-BB48-398DFD1A4B8E}" destId="{1D9D443A-6D9C-4FB7-A402-E0FB21305D08}" srcOrd="1" destOrd="0" parTransId="{FDE46425-C314-4C43-B967-B6CB73E5B5D9}" sibTransId="{4DBA0F2D-CFAA-4DE5-B491-022E0F4F5CB1}"/>
    <dgm:cxn modelId="{F09C4E1F-AC8D-40B8-9636-78C143AF2B06}" srcId="{BCBA645C-150B-4627-BB48-398DFD1A4B8E}" destId="{4F5AE481-2846-4558-B9AF-AE2CEB038255}" srcOrd="2" destOrd="0" parTransId="{6065868B-518A-4473-8BF1-94EFB58FE9B8}" sibTransId="{30EC1A23-D60C-438E-9899-BBF3A6D604A4}"/>
    <dgm:cxn modelId="{9F5F1F28-D990-4968-8A95-CD83298C5006}" type="presOf" srcId="{7289667A-294E-4B42-9A50-9A9F518F93D9}" destId="{90228280-82E1-4203-9F94-C1EBE6D034EB}" srcOrd="0" destOrd="0" presId="urn:microsoft.com/office/officeart/2018/5/layout/IconCircleLabelList"/>
    <dgm:cxn modelId="{1F8D0638-0C7A-4ADD-B7B3-F5A901E7F26D}" type="presOf" srcId="{1D9D443A-6D9C-4FB7-A402-E0FB21305D08}" destId="{D46C4E9C-2516-49F1-8070-4EEDC2C24020}" srcOrd="0" destOrd="0" presId="urn:microsoft.com/office/officeart/2018/5/layout/IconCircleLabelList"/>
    <dgm:cxn modelId="{148F5B58-FFDD-4786-A7C6-BB7C982E750B}" type="presOf" srcId="{53AAC90B-1117-4745-B1BE-BB7470AE7A74}" destId="{C936D4D4-1BC2-42B0-93DD-EAF94461C0C1}" srcOrd="0" destOrd="0" presId="urn:microsoft.com/office/officeart/2018/5/layout/IconCircleLabelList"/>
    <dgm:cxn modelId="{E87D0574-1A80-4C48-811C-1BA7726E9BB8}" type="presOf" srcId="{4F5AE481-2846-4558-B9AF-AE2CEB038255}" destId="{2968BFB0-601C-45D9-8336-B5B1E191CD88}" srcOrd="0" destOrd="0" presId="urn:microsoft.com/office/officeart/2018/5/layout/IconCircleLabelList"/>
    <dgm:cxn modelId="{D6715A89-BF54-4F87-AB3E-7EED3C488CDE}" type="presOf" srcId="{BCBA645C-150B-4627-BB48-398DFD1A4B8E}" destId="{06A2E1B0-60E0-4517-889A-17280823B8FA}" srcOrd="0" destOrd="0" presId="urn:microsoft.com/office/officeart/2018/5/layout/IconCircleLabelList"/>
    <dgm:cxn modelId="{6AE52DA2-38BB-403E-8487-B68D69C34457}" srcId="{BCBA645C-150B-4627-BB48-398DFD1A4B8E}" destId="{7289667A-294E-4B42-9A50-9A9F518F93D9}" srcOrd="3" destOrd="0" parTransId="{21ED2967-7CAC-4237-A8A9-F70F75269481}" sibTransId="{49332A67-97B7-48EB-896A-76EAB3A34B62}"/>
    <dgm:cxn modelId="{93E38DBB-E388-4730-A56D-8C03EB48833C}" srcId="{BCBA645C-150B-4627-BB48-398DFD1A4B8E}" destId="{53AAC90B-1117-4745-B1BE-BB7470AE7A74}" srcOrd="0" destOrd="0" parTransId="{6CB245BA-D0E0-4066-A6BA-9029E1997106}" sibTransId="{C0A62AAA-B76B-4634-B87F-CA43F2288F73}"/>
    <dgm:cxn modelId="{B290539C-DB3C-41FA-8CF6-4BF7A017484A}" type="presParOf" srcId="{06A2E1B0-60E0-4517-889A-17280823B8FA}" destId="{D07621C1-5FAA-4B40-A2FF-7AB8BF71A28F}" srcOrd="0" destOrd="0" presId="urn:microsoft.com/office/officeart/2018/5/layout/IconCircleLabelList"/>
    <dgm:cxn modelId="{8B527E11-8880-4EED-9ECB-1A7308C759FB}" type="presParOf" srcId="{D07621C1-5FAA-4B40-A2FF-7AB8BF71A28F}" destId="{159D0ACA-3D06-46E8-91AF-0AAA792F6C99}" srcOrd="0" destOrd="0" presId="urn:microsoft.com/office/officeart/2018/5/layout/IconCircleLabelList"/>
    <dgm:cxn modelId="{23762750-2ACD-4574-B41B-12F832A02CDA}" type="presParOf" srcId="{D07621C1-5FAA-4B40-A2FF-7AB8BF71A28F}" destId="{EFC70619-0D9B-4B9F-85BC-5D54D2358E01}" srcOrd="1" destOrd="0" presId="urn:microsoft.com/office/officeart/2018/5/layout/IconCircleLabelList"/>
    <dgm:cxn modelId="{1F71DB0C-E808-4C2F-B180-19E7A69CE9FE}" type="presParOf" srcId="{D07621C1-5FAA-4B40-A2FF-7AB8BF71A28F}" destId="{8C6C4425-4643-4D55-90E7-CECCCC85A932}" srcOrd="2" destOrd="0" presId="urn:microsoft.com/office/officeart/2018/5/layout/IconCircleLabelList"/>
    <dgm:cxn modelId="{C638E569-D348-4E15-AAB0-630D3CA73311}" type="presParOf" srcId="{D07621C1-5FAA-4B40-A2FF-7AB8BF71A28F}" destId="{C936D4D4-1BC2-42B0-93DD-EAF94461C0C1}" srcOrd="3" destOrd="0" presId="urn:microsoft.com/office/officeart/2018/5/layout/IconCircleLabelList"/>
    <dgm:cxn modelId="{BA58C070-7B15-4BBF-9E02-7990762B1B00}" type="presParOf" srcId="{06A2E1B0-60E0-4517-889A-17280823B8FA}" destId="{F4BCAC8A-838B-424F-97F4-EB16A6375616}" srcOrd="1" destOrd="0" presId="urn:microsoft.com/office/officeart/2018/5/layout/IconCircleLabelList"/>
    <dgm:cxn modelId="{67F8C13B-19F2-4571-86EE-AD1C9046CF12}" type="presParOf" srcId="{06A2E1B0-60E0-4517-889A-17280823B8FA}" destId="{D78BD6A6-5D16-41AF-86AB-028D8F6DC247}" srcOrd="2" destOrd="0" presId="urn:microsoft.com/office/officeart/2018/5/layout/IconCircleLabelList"/>
    <dgm:cxn modelId="{64FF89F6-A5EE-44E6-9F47-850DFF94B46A}" type="presParOf" srcId="{D78BD6A6-5D16-41AF-86AB-028D8F6DC247}" destId="{3E474071-02F5-4247-9571-E7D3A6BB8EBC}" srcOrd="0" destOrd="0" presId="urn:microsoft.com/office/officeart/2018/5/layout/IconCircleLabelList"/>
    <dgm:cxn modelId="{51FD2ADC-C06D-4B45-8E5D-5852AC6DFD28}" type="presParOf" srcId="{D78BD6A6-5D16-41AF-86AB-028D8F6DC247}" destId="{E25CFC67-7CF6-4FE5-B856-679B33C52DF6}" srcOrd="1" destOrd="0" presId="urn:microsoft.com/office/officeart/2018/5/layout/IconCircleLabelList"/>
    <dgm:cxn modelId="{C539E45C-FC58-4828-B2FD-F1A9BDD65A77}" type="presParOf" srcId="{D78BD6A6-5D16-41AF-86AB-028D8F6DC247}" destId="{EEAA1D07-FEE2-4674-8753-E6D9DB818609}" srcOrd="2" destOrd="0" presId="urn:microsoft.com/office/officeart/2018/5/layout/IconCircleLabelList"/>
    <dgm:cxn modelId="{24F17796-A7AE-441C-9D67-802B1A6EDEB4}" type="presParOf" srcId="{D78BD6A6-5D16-41AF-86AB-028D8F6DC247}" destId="{D46C4E9C-2516-49F1-8070-4EEDC2C24020}" srcOrd="3" destOrd="0" presId="urn:microsoft.com/office/officeart/2018/5/layout/IconCircleLabelList"/>
    <dgm:cxn modelId="{69E53DCB-1CA0-46BF-A4B7-C043B3D91CB4}" type="presParOf" srcId="{06A2E1B0-60E0-4517-889A-17280823B8FA}" destId="{88AE84C8-A83D-4838-96D3-A9B337D0821B}" srcOrd="3" destOrd="0" presId="urn:microsoft.com/office/officeart/2018/5/layout/IconCircleLabelList"/>
    <dgm:cxn modelId="{CA51E347-7592-4BF5-8D51-5D2C7FA550DD}" type="presParOf" srcId="{06A2E1B0-60E0-4517-889A-17280823B8FA}" destId="{24AF218E-7EC6-45BC-AF3B-CCF5C6D4DD56}" srcOrd="4" destOrd="0" presId="urn:microsoft.com/office/officeart/2018/5/layout/IconCircleLabelList"/>
    <dgm:cxn modelId="{34D4C056-3A86-4F7C-A1E5-C442EA4F5852}" type="presParOf" srcId="{24AF218E-7EC6-45BC-AF3B-CCF5C6D4DD56}" destId="{8ED43A8E-3D8A-4657-922F-DD34EAFF7A6E}" srcOrd="0" destOrd="0" presId="urn:microsoft.com/office/officeart/2018/5/layout/IconCircleLabelList"/>
    <dgm:cxn modelId="{FFE35EDA-DF4B-42E4-A84F-C6D8B8F1966F}" type="presParOf" srcId="{24AF218E-7EC6-45BC-AF3B-CCF5C6D4DD56}" destId="{042690FD-5D50-44AA-A4F3-E87638874F5E}" srcOrd="1" destOrd="0" presId="urn:microsoft.com/office/officeart/2018/5/layout/IconCircleLabelList"/>
    <dgm:cxn modelId="{AD503934-BC32-45DE-B10A-8CD659EF4984}" type="presParOf" srcId="{24AF218E-7EC6-45BC-AF3B-CCF5C6D4DD56}" destId="{284CF01D-AEE5-4FE1-B885-121AE58BE053}" srcOrd="2" destOrd="0" presId="urn:microsoft.com/office/officeart/2018/5/layout/IconCircleLabelList"/>
    <dgm:cxn modelId="{D9086E73-1C11-4798-8FB3-EA37C5B9A39D}" type="presParOf" srcId="{24AF218E-7EC6-45BC-AF3B-CCF5C6D4DD56}" destId="{2968BFB0-601C-45D9-8336-B5B1E191CD88}" srcOrd="3" destOrd="0" presId="urn:microsoft.com/office/officeart/2018/5/layout/IconCircleLabelList"/>
    <dgm:cxn modelId="{F8F06EAC-A841-420D-8660-39D99D5BD3B2}" type="presParOf" srcId="{06A2E1B0-60E0-4517-889A-17280823B8FA}" destId="{6168BAF4-BFF7-4A23-988D-95632DCB66E6}" srcOrd="5" destOrd="0" presId="urn:microsoft.com/office/officeart/2018/5/layout/IconCircleLabelList"/>
    <dgm:cxn modelId="{B5A3B3DE-37D5-4A4C-BD5E-D737B6EEFC91}" type="presParOf" srcId="{06A2E1B0-60E0-4517-889A-17280823B8FA}" destId="{B7F5F3E5-F2EA-4554-A80D-68AF3610897F}" srcOrd="6" destOrd="0" presId="urn:microsoft.com/office/officeart/2018/5/layout/IconCircleLabelList"/>
    <dgm:cxn modelId="{6F396058-DADD-45FF-AF22-C3D78BA7ED98}" type="presParOf" srcId="{B7F5F3E5-F2EA-4554-A80D-68AF3610897F}" destId="{1CA8C86D-7FAD-4B71-8170-683772F93C69}" srcOrd="0" destOrd="0" presId="urn:microsoft.com/office/officeart/2018/5/layout/IconCircleLabelList"/>
    <dgm:cxn modelId="{045148AD-E2A3-414E-B1C4-C9D2F2307783}" type="presParOf" srcId="{B7F5F3E5-F2EA-4554-A80D-68AF3610897F}" destId="{34619A9B-954C-499B-886F-D44A1DBF9B1C}" srcOrd="1" destOrd="0" presId="urn:microsoft.com/office/officeart/2018/5/layout/IconCircleLabelList"/>
    <dgm:cxn modelId="{DF3731C5-CC44-43D1-ACDB-327412CC1567}" type="presParOf" srcId="{B7F5F3E5-F2EA-4554-A80D-68AF3610897F}" destId="{02A6DF6F-53E9-4159-BCF5-1F1F5849EAE2}" srcOrd="2" destOrd="0" presId="urn:microsoft.com/office/officeart/2018/5/layout/IconCircleLabelList"/>
    <dgm:cxn modelId="{35739BB4-282F-4338-8D90-6E54F9AEDB6C}" type="presParOf" srcId="{B7F5F3E5-F2EA-4554-A80D-68AF3610897F}" destId="{90228280-82E1-4203-9F94-C1EBE6D034EB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DDD10DF-3027-4503-838E-7AE5C0759017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8D396F64-85B6-4D5B-9291-74949BCB9214}">
      <dgm:prSet/>
      <dgm:spPr/>
      <dgm:t>
        <a:bodyPr/>
        <a:lstStyle/>
        <a:p>
          <a:r>
            <a:rPr lang="de-DE" b="1" baseline="0"/>
            <a:t>C</a:t>
          </a:r>
          <a:r>
            <a:rPr lang="de-DE" baseline="0"/>
            <a:t>reate</a:t>
          </a:r>
          <a:endParaRPr lang="en-US"/>
        </a:p>
      </dgm:t>
    </dgm:pt>
    <dgm:pt modelId="{A0809601-1889-40CF-B17B-E78B47FFB2F4}" type="parTrans" cxnId="{0AF3D295-7F3E-4CCB-B656-00901185D83E}">
      <dgm:prSet/>
      <dgm:spPr/>
      <dgm:t>
        <a:bodyPr/>
        <a:lstStyle/>
        <a:p>
          <a:endParaRPr lang="en-US"/>
        </a:p>
      </dgm:t>
    </dgm:pt>
    <dgm:pt modelId="{60662308-2D6B-49CA-AB47-54608274D9E5}" type="sibTrans" cxnId="{0AF3D295-7F3E-4CCB-B656-00901185D83E}">
      <dgm:prSet/>
      <dgm:spPr/>
      <dgm:t>
        <a:bodyPr/>
        <a:lstStyle/>
        <a:p>
          <a:endParaRPr lang="en-US"/>
        </a:p>
      </dgm:t>
    </dgm:pt>
    <dgm:pt modelId="{CDB88EF3-B1F3-49C3-A523-5486A72ED98F}">
      <dgm:prSet/>
      <dgm:spPr/>
      <dgm:t>
        <a:bodyPr/>
        <a:lstStyle/>
        <a:p>
          <a:r>
            <a:rPr lang="de-DE" b="1" baseline="0"/>
            <a:t>R</a:t>
          </a:r>
          <a:r>
            <a:rPr lang="de-DE" baseline="0"/>
            <a:t>ead</a:t>
          </a:r>
          <a:endParaRPr lang="en-US"/>
        </a:p>
      </dgm:t>
    </dgm:pt>
    <dgm:pt modelId="{E49F07C6-A998-4526-9AD7-329630E656F0}" type="parTrans" cxnId="{217DA00B-59D0-407C-891B-42CA65FE53B9}">
      <dgm:prSet/>
      <dgm:spPr/>
      <dgm:t>
        <a:bodyPr/>
        <a:lstStyle/>
        <a:p>
          <a:endParaRPr lang="en-US"/>
        </a:p>
      </dgm:t>
    </dgm:pt>
    <dgm:pt modelId="{7DADCCFF-51F9-4273-A08E-E5A891B923D3}" type="sibTrans" cxnId="{217DA00B-59D0-407C-891B-42CA65FE53B9}">
      <dgm:prSet/>
      <dgm:spPr/>
      <dgm:t>
        <a:bodyPr/>
        <a:lstStyle/>
        <a:p>
          <a:endParaRPr lang="en-US"/>
        </a:p>
      </dgm:t>
    </dgm:pt>
    <dgm:pt modelId="{3BE811AC-587A-4DE1-8C90-2EE9707F051A}">
      <dgm:prSet/>
      <dgm:spPr/>
      <dgm:t>
        <a:bodyPr/>
        <a:lstStyle/>
        <a:p>
          <a:r>
            <a:rPr lang="de-DE" b="1" baseline="0"/>
            <a:t>U</a:t>
          </a:r>
          <a:r>
            <a:rPr lang="de-DE" baseline="0"/>
            <a:t>pdate</a:t>
          </a:r>
          <a:endParaRPr lang="en-US"/>
        </a:p>
      </dgm:t>
    </dgm:pt>
    <dgm:pt modelId="{5B2446D3-98B2-40DA-85D9-7AB3827CA1BB}" type="parTrans" cxnId="{5A01293E-9C7B-4A24-A2B3-78DA622D1806}">
      <dgm:prSet/>
      <dgm:spPr/>
      <dgm:t>
        <a:bodyPr/>
        <a:lstStyle/>
        <a:p>
          <a:endParaRPr lang="en-US"/>
        </a:p>
      </dgm:t>
    </dgm:pt>
    <dgm:pt modelId="{6199DE73-4AD5-4C0F-AAC9-A323AF3B8E86}" type="sibTrans" cxnId="{5A01293E-9C7B-4A24-A2B3-78DA622D1806}">
      <dgm:prSet/>
      <dgm:spPr/>
      <dgm:t>
        <a:bodyPr/>
        <a:lstStyle/>
        <a:p>
          <a:endParaRPr lang="en-US"/>
        </a:p>
      </dgm:t>
    </dgm:pt>
    <dgm:pt modelId="{378833A3-0315-4018-AAD6-7D2479A24F6E}">
      <dgm:prSet/>
      <dgm:spPr/>
      <dgm:t>
        <a:bodyPr/>
        <a:lstStyle/>
        <a:p>
          <a:r>
            <a:rPr lang="de-DE" b="1" baseline="0"/>
            <a:t>D</a:t>
          </a:r>
          <a:r>
            <a:rPr lang="de-DE" baseline="0"/>
            <a:t>elete</a:t>
          </a:r>
          <a:endParaRPr lang="en-US"/>
        </a:p>
      </dgm:t>
    </dgm:pt>
    <dgm:pt modelId="{56A7D678-5ABB-4F92-9503-74AEBBEEFCFF}" type="parTrans" cxnId="{C734CC82-3D71-4C87-88ED-EAE5CDA3AB19}">
      <dgm:prSet/>
      <dgm:spPr/>
      <dgm:t>
        <a:bodyPr/>
        <a:lstStyle/>
        <a:p>
          <a:endParaRPr lang="en-US"/>
        </a:p>
      </dgm:t>
    </dgm:pt>
    <dgm:pt modelId="{D30B487D-DB88-46FC-8995-22A041B4D32E}" type="sibTrans" cxnId="{C734CC82-3D71-4C87-88ED-EAE5CDA3AB19}">
      <dgm:prSet/>
      <dgm:spPr/>
      <dgm:t>
        <a:bodyPr/>
        <a:lstStyle/>
        <a:p>
          <a:endParaRPr lang="en-US"/>
        </a:p>
      </dgm:t>
    </dgm:pt>
    <dgm:pt modelId="{7F23F1E1-CC8A-C542-8718-B7560A43AD9B}" type="pres">
      <dgm:prSet presAssocID="{BDDD10DF-3027-4503-838E-7AE5C0759017}" presName="linear" presStyleCnt="0">
        <dgm:presLayoutVars>
          <dgm:animLvl val="lvl"/>
          <dgm:resizeHandles val="exact"/>
        </dgm:presLayoutVars>
      </dgm:prSet>
      <dgm:spPr/>
    </dgm:pt>
    <dgm:pt modelId="{2FD72C96-C27C-3548-AD5F-C9E7D6441E36}" type="pres">
      <dgm:prSet presAssocID="{8D396F64-85B6-4D5B-9291-74949BCB9214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F039B62C-A126-5F49-B1DB-D7F41EED9D88}" type="pres">
      <dgm:prSet presAssocID="{60662308-2D6B-49CA-AB47-54608274D9E5}" presName="spacer" presStyleCnt="0"/>
      <dgm:spPr/>
    </dgm:pt>
    <dgm:pt modelId="{8035C4DF-9521-BD4D-8E89-A4B606CCCDFA}" type="pres">
      <dgm:prSet presAssocID="{CDB88EF3-B1F3-49C3-A523-5486A72ED98F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C32C977F-D129-2A44-A664-48A374A309C2}" type="pres">
      <dgm:prSet presAssocID="{7DADCCFF-51F9-4273-A08E-E5A891B923D3}" presName="spacer" presStyleCnt="0"/>
      <dgm:spPr/>
    </dgm:pt>
    <dgm:pt modelId="{75730114-A98A-2147-B203-A04BD9C67944}" type="pres">
      <dgm:prSet presAssocID="{3BE811AC-587A-4DE1-8C90-2EE9707F051A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17C9E4C9-B400-C247-977B-29DD4E8D685A}" type="pres">
      <dgm:prSet presAssocID="{6199DE73-4AD5-4C0F-AAC9-A323AF3B8E86}" presName="spacer" presStyleCnt="0"/>
      <dgm:spPr/>
    </dgm:pt>
    <dgm:pt modelId="{A0B0E9ED-3EED-A34A-95BA-89432F799362}" type="pres">
      <dgm:prSet presAssocID="{378833A3-0315-4018-AAD6-7D2479A24F6E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217DA00B-59D0-407C-891B-42CA65FE53B9}" srcId="{BDDD10DF-3027-4503-838E-7AE5C0759017}" destId="{CDB88EF3-B1F3-49C3-A523-5486A72ED98F}" srcOrd="1" destOrd="0" parTransId="{E49F07C6-A998-4526-9AD7-329630E656F0}" sibTransId="{7DADCCFF-51F9-4273-A08E-E5A891B923D3}"/>
    <dgm:cxn modelId="{B2352637-7935-464D-99A4-88E4BEF5C16B}" type="presOf" srcId="{CDB88EF3-B1F3-49C3-A523-5486A72ED98F}" destId="{8035C4DF-9521-BD4D-8E89-A4B606CCCDFA}" srcOrd="0" destOrd="0" presId="urn:microsoft.com/office/officeart/2005/8/layout/vList2"/>
    <dgm:cxn modelId="{5A01293E-9C7B-4A24-A2B3-78DA622D1806}" srcId="{BDDD10DF-3027-4503-838E-7AE5C0759017}" destId="{3BE811AC-587A-4DE1-8C90-2EE9707F051A}" srcOrd="2" destOrd="0" parTransId="{5B2446D3-98B2-40DA-85D9-7AB3827CA1BB}" sibTransId="{6199DE73-4AD5-4C0F-AAC9-A323AF3B8E86}"/>
    <dgm:cxn modelId="{4191C543-30EA-9D4E-83E8-D39CE64E62D2}" type="presOf" srcId="{BDDD10DF-3027-4503-838E-7AE5C0759017}" destId="{7F23F1E1-CC8A-C542-8718-B7560A43AD9B}" srcOrd="0" destOrd="0" presId="urn:microsoft.com/office/officeart/2005/8/layout/vList2"/>
    <dgm:cxn modelId="{0D8A5346-BC91-1A4F-BE12-3AA9CC76882A}" type="presOf" srcId="{378833A3-0315-4018-AAD6-7D2479A24F6E}" destId="{A0B0E9ED-3EED-A34A-95BA-89432F799362}" srcOrd="0" destOrd="0" presId="urn:microsoft.com/office/officeart/2005/8/layout/vList2"/>
    <dgm:cxn modelId="{C5C8145E-B965-844E-9D3E-EF851223EB1B}" type="presOf" srcId="{8D396F64-85B6-4D5B-9291-74949BCB9214}" destId="{2FD72C96-C27C-3548-AD5F-C9E7D6441E36}" srcOrd="0" destOrd="0" presId="urn:microsoft.com/office/officeart/2005/8/layout/vList2"/>
    <dgm:cxn modelId="{A8BE995F-3922-B64B-A47A-54B5007EDB10}" type="presOf" srcId="{3BE811AC-587A-4DE1-8C90-2EE9707F051A}" destId="{75730114-A98A-2147-B203-A04BD9C67944}" srcOrd="0" destOrd="0" presId="urn:microsoft.com/office/officeart/2005/8/layout/vList2"/>
    <dgm:cxn modelId="{C734CC82-3D71-4C87-88ED-EAE5CDA3AB19}" srcId="{BDDD10DF-3027-4503-838E-7AE5C0759017}" destId="{378833A3-0315-4018-AAD6-7D2479A24F6E}" srcOrd="3" destOrd="0" parTransId="{56A7D678-5ABB-4F92-9503-74AEBBEEFCFF}" sibTransId="{D30B487D-DB88-46FC-8995-22A041B4D32E}"/>
    <dgm:cxn modelId="{0AF3D295-7F3E-4CCB-B656-00901185D83E}" srcId="{BDDD10DF-3027-4503-838E-7AE5C0759017}" destId="{8D396F64-85B6-4D5B-9291-74949BCB9214}" srcOrd="0" destOrd="0" parTransId="{A0809601-1889-40CF-B17B-E78B47FFB2F4}" sibTransId="{60662308-2D6B-49CA-AB47-54608274D9E5}"/>
    <dgm:cxn modelId="{12B7AFE8-FCB6-044A-948D-2ED33C3B4729}" type="presParOf" srcId="{7F23F1E1-CC8A-C542-8718-B7560A43AD9B}" destId="{2FD72C96-C27C-3548-AD5F-C9E7D6441E36}" srcOrd="0" destOrd="0" presId="urn:microsoft.com/office/officeart/2005/8/layout/vList2"/>
    <dgm:cxn modelId="{900B8644-6955-3B4C-B2B1-E4A5A2192807}" type="presParOf" srcId="{7F23F1E1-CC8A-C542-8718-B7560A43AD9B}" destId="{F039B62C-A126-5F49-B1DB-D7F41EED9D88}" srcOrd="1" destOrd="0" presId="urn:microsoft.com/office/officeart/2005/8/layout/vList2"/>
    <dgm:cxn modelId="{722C0111-D3A1-7447-8CE9-EAC676CF9C83}" type="presParOf" srcId="{7F23F1E1-CC8A-C542-8718-B7560A43AD9B}" destId="{8035C4DF-9521-BD4D-8E89-A4B606CCCDFA}" srcOrd="2" destOrd="0" presId="urn:microsoft.com/office/officeart/2005/8/layout/vList2"/>
    <dgm:cxn modelId="{D4E21725-35D0-6C41-B375-DBC3CA40A9E3}" type="presParOf" srcId="{7F23F1E1-CC8A-C542-8718-B7560A43AD9B}" destId="{C32C977F-D129-2A44-A664-48A374A309C2}" srcOrd="3" destOrd="0" presId="urn:microsoft.com/office/officeart/2005/8/layout/vList2"/>
    <dgm:cxn modelId="{77F12F9C-CA20-5E4E-A370-72D3C2B4F475}" type="presParOf" srcId="{7F23F1E1-CC8A-C542-8718-B7560A43AD9B}" destId="{75730114-A98A-2147-B203-A04BD9C67944}" srcOrd="4" destOrd="0" presId="urn:microsoft.com/office/officeart/2005/8/layout/vList2"/>
    <dgm:cxn modelId="{C2B90C57-FE10-6443-A5FD-7376BD20F508}" type="presParOf" srcId="{7F23F1E1-CC8A-C542-8718-B7560A43AD9B}" destId="{17C9E4C9-B400-C247-977B-29DD4E8D685A}" srcOrd="5" destOrd="0" presId="urn:microsoft.com/office/officeart/2005/8/layout/vList2"/>
    <dgm:cxn modelId="{9A063960-C235-944C-A9FE-AFFD02AE0824}" type="presParOf" srcId="{7F23F1E1-CC8A-C542-8718-B7560A43AD9B}" destId="{A0B0E9ED-3EED-A34A-95BA-89432F799362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59D0ACA-3D06-46E8-91AF-0AAA792F6C99}">
      <dsp:nvSpPr>
        <dsp:cNvPr id="0" name=""/>
        <dsp:cNvSpPr/>
      </dsp:nvSpPr>
      <dsp:spPr>
        <a:xfrm>
          <a:off x="562927" y="788206"/>
          <a:ext cx="1445998" cy="1445998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FC70619-0D9B-4B9F-85BC-5D54D2358E01}">
      <dsp:nvSpPr>
        <dsp:cNvPr id="0" name=""/>
        <dsp:cNvSpPr/>
      </dsp:nvSpPr>
      <dsp:spPr>
        <a:xfrm>
          <a:off x="871091" y="1096370"/>
          <a:ext cx="829671" cy="82967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936D4D4-1BC2-42B0-93DD-EAF94461C0C1}">
      <dsp:nvSpPr>
        <dsp:cNvPr id="0" name=""/>
        <dsp:cNvSpPr/>
      </dsp:nvSpPr>
      <dsp:spPr>
        <a:xfrm>
          <a:off x="100682" y="2684598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de-DE" sz="2500" kern="1200"/>
            <a:t>Tabellen</a:t>
          </a:r>
          <a:endParaRPr lang="en-US" sz="2500" kern="1200"/>
        </a:p>
      </dsp:txBody>
      <dsp:txXfrm>
        <a:off x="100682" y="2684598"/>
        <a:ext cx="2370489" cy="720000"/>
      </dsp:txXfrm>
    </dsp:sp>
    <dsp:sp modelId="{3E474071-02F5-4247-9571-E7D3A6BB8EBC}">
      <dsp:nvSpPr>
        <dsp:cNvPr id="0" name=""/>
        <dsp:cNvSpPr/>
      </dsp:nvSpPr>
      <dsp:spPr>
        <a:xfrm>
          <a:off x="3348252" y="788206"/>
          <a:ext cx="1445998" cy="1445998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25CFC67-7CF6-4FE5-B856-679B33C52DF6}">
      <dsp:nvSpPr>
        <dsp:cNvPr id="0" name=""/>
        <dsp:cNvSpPr/>
      </dsp:nvSpPr>
      <dsp:spPr>
        <a:xfrm>
          <a:off x="3656416" y="1096370"/>
          <a:ext cx="829671" cy="82967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46C4E9C-2516-49F1-8070-4EEDC2C24020}">
      <dsp:nvSpPr>
        <dsp:cNvPr id="0" name=""/>
        <dsp:cNvSpPr/>
      </dsp:nvSpPr>
      <dsp:spPr>
        <a:xfrm>
          <a:off x="2886007" y="2684598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de-DE" sz="2500" kern="1200"/>
            <a:t>Views</a:t>
          </a:r>
          <a:endParaRPr lang="en-US" sz="2500" kern="1200"/>
        </a:p>
      </dsp:txBody>
      <dsp:txXfrm>
        <a:off x="2886007" y="2684598"/>
        <a:ext cx="2370489" cy="720000"/>
      </dsp:txXfrm>
    </dsp:sp>
    <dsp:sp modelId="{8ED43A8E-3D8A-4657-922F-DD34EAFF7A6E}">
      <dsp:nvSpPr>
        <dsp:cNvPr id="0" name=""/>
        <dsp:cNvSpPr/>
      </dsp:nvSpPr>
      <dsp:spPr>
        <a:xfrm>
          <a:off x="6133577" y="788206"/>
          <a:ext cx="1445998" cy="1445998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42690FD-5D50-44AA-A4F3-E87638874F5E}">
      <dsp:nvSpPr>
        <dsp:cNvPr id="0" name=""/>
        <dsp:cNvSpPr/>
      </dsp:nvSpPr>
      <dsp:spPr>
        <a:xfrm>
          <a:off x="6441741" y="1096370"/>
          <a:ext cx="829671" cy="82967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968BFB0-601C-45D9-8336-B5B1E191CD88}">
      <dsp:nvSpPr>
        <dsp:cNvPr id="0" name=""/>
        <dsp:cNvSpPr/>
      </dsp:nvSpPr>
      <dsp:spPr>
        <a:xfrm>
          <a:off x="5671332" y="2684598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de-DE" sz="2500" kern="1200"/>
            <a:t>Stored Procedures</a:t>
          </a:r>
          <a:endParaRPr lang="en-US" sz="2500" kern="1200"/>
        </a:p>
      </dsp:txBody>
      <dsp:txXfrm>
        <a:off x="5671332" y="2684598"/>
        <a:ext cx="2370489" cy="720000"/>
      </dsp:txXfrm>
    </dsp:sp>
    <dsp:sp modelId="{1CA8C86D-7FAD-4B71-8170-683772F93C69}">
      <dsp:nvSpPr>
        <dsp:cNvPr id="0" name=""/>
        <dsp:cNvSpPr/>
      </dsp:nvSpPr>
      <dsp:spPr>
        <a:xfrm>
          <a:off x="8918902" y="788206"/>
          <a:ext cx="1445998" cy="1445998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4619A9B-954C-499B-886F-D44A1DBF9B1C}">
      <dsp:nvSpPr>
        <dsp:cNvPr id="0" name=""/>
        <dsp:cNvSpPr/>
      </dsp:nvSpPr>
      <dsp:spPr>
        <a:xfrm>
          <a:off x="9227066" y="1096370"/>
          <a:ext cx="829671" cy="829671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0228280-82E1-4203-9F94-C1EBE6D034EB}">
      <dsp:nvSpPr>
        <dsp:cNvPr id="0" name=""/>
        <dsp:cNvSpPr/>
      </dsp:nvSpPr>
      <dsp:spPr>
        <a:xfrm>
          <a:off x="8456657" y="2684598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de-DE" sz="2500" kern="1200"/>
            <a:t>Funktionen</a:t>
          </a:r>
          <a:endParaRPr lang="en-US" sz="2500" kern="1200"/>
        </a:p>
      </dsp:txBody>
      <dsp:txXfrm>
        <a:off x="8456657" y="2684598"/>
        <a:ext cx="2370489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FD72C96-C27C-3548-AD5F-C9E7D6441E36}">
      <dsp:nvSpPr>
        <dsp:cNvPr id="0" name=""/>
        <dsp:cNvSpPr/>
      </dsp:nvSpPr>
      <dsp:spPr>
        <a:xfrm>
          <a:off x="0" y="46274"/>
          <a:ext cx="5291663" cy="839474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3500" b="1" kern="1200" baseline="0"/>
            <a:t>C</a:t>
          </a:r>
          <a:r>
            <a:rPr lang="de-DE" sz="3500" kern="1200" baseline="0"/>
            <a:t>reate</a:t>
          </a:r>
          <a:endParaRPr lang="en-US" sz="3500" kern="1200"/>
        </a:p>
      </dsp:txBody>
      <dsp:txXfrm>
        <a:off x="40980" y="87254"/>
        <a:ext cx="5209703" cy="757514"/>
      </dsp:txXfrm>
    </dsp:sp>
    <dsp:sp modelId="{8035C4DF-9521-BD4D-8E89-A4B606CCCDFA}">
      <dsp:nvSpPr>
        <dsp:cNvPr id="0" name=""/>
        <dsp:cNvSpPr/>
      </dsp:nvSpPr>
      <dsp:spPr>
        <a:xfrm>
          <a:off x="0" y="986549"/>
          <a:ext cx="5291663" cy="839474"/>
        </a:xfrm>
        <a:prstGeom prst="roundRect">
          <a:avLst/>
        </a:prstGeom>
        <a:solidFill>
          <a:schemeClr val="accent5">
            <a:hueOff val="-2252848"/>
            <a:satOff val="-5806"/>
            <a:lumOff val="-392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3500" b="1" kern="1200" baseline="0"/>
            <a:t>R</a:t>
          </a:r>
          <a:r>
            <a:rPr lang="de-DE" sz="3500" kern="1200" baseline="0"/>
            <a:t>ead</a:t>
          </a:r>
          <a:endParaRPr lang="en-US" sz="3500" kern="1200"/>
        </a:p>
      </dsp:txBody>
      <dsp:txXfrm>
        <a:off x="40980" y="1027529"/>
        <a:ext cx="5209703" cy="757514"/>
      </dsp:txXfrm>
    </dsp:sp>
    <dsp:sp modelId="{75730114-A98A-2147-B203-A04BD9C67944}">
      <dsp:nvSpPr>
        <dsp:cNvPr id="0" name=""/>
        <dsp:cNvSpPr/>
      </dsp:nvSpPr>
      <dsp:spPr>
        <a:xfrm>
          <a:off x="0" y="1926824"/>
          <a:ext cx="5291663" cy="839474"/>
        </a:xfrm>
        <a:prstGeom prst="roundRect">
          <a:avLst/>
        </a:prstGeom>
        <a:solidFill>
          <a:schemeClr val="accent5">
            <a:hueOff val="-4505695"/>
            <a:satOff val="-11613"/>
            <a:lumOff val="-784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3500" b="1" kern="1200" baseline="0"/>
            <a:t>U</a:t>
          </a:r>
          <a:r>
            <a:rPr lang="de-DE" sz="3500" kern="1200" baseline="0"/>
            <a:t>pdate</a:t>
          </a:r>
          <a:endParaRPr lang="en-US" sz="3500" kern="1200"/>
        </a:p>
      </dsp:txBody>
      <dsp:txXfrm>
        <a:off x="40980" y="1967804"/>
        <a:ext cx="5209703" cy="757514"/>
      </dsp:txXfrm>
    </dsp:sp>
    <dsp:sp modelId="{A0B0E9ED-3EED-A34A-95BA-89432F799362}">
      <dsp:nvSpPr>
        <dsp:cNvPr id="0" name=""/>
        <dsp:cNvSpPr/>
      </dsp:nvSpPr>
      <dsp:spPr>
        <a:xfrm>
          <a:off x="0" y="2867099"/>
          <a:ext cx="5291663" cy="839474"/>
        </a:xfrm>
        <a:prstGeom prst="roundRect">
          <a:avLst/>
        </a:prstGeom>
        <a:solidFill>
          <a:schemeClr val="accent5">
            <a:hueOff val="-6758543"/>
            <a:satOff val="-17419"/>
            <a:lumOff val="-1176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3500" b="1" kern="1200" baseline="0"/>
            <a:t>D</a:t>
          </a:r>
          <a:r>
            <a:rPr lang="de-DE" sz="3500" kern="1200" baseline="0"/>
            <a:t>elete</a:t>
          </a:r>
          <a:endParaRPr lang="en-US" sz="3500" kern="1200"/>
        </a:p>
      </dsp:txBody>
      <dsp:txXfrm>
        <a:off x="40980" y="2908079"/>
        <a:ext cx="5209703" cy="75751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14897D-11E6-7D4C-B0FA-99BB61280336}" type="datetimeFigureOut">
              <a:rPr lang="de-DE" smtClean="0"/>
              <a:t>08.12.21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591405-EF3B-5B49-8BB8-A0EAC62FFB5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989160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Modul 7, error_6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591405-EF3B-5B49-8BB8-A0EAC62FFB5F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34993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F186116-93FF-A045-A9B0-68E6E967F2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3828" y="2251082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7DFFB516-B0AE-1242-A23C-0BBB531D65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3827" y="4911751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pic>
        <p:nvPicPr>
          <p:cNvPr id="1026" name="Picture 2" descr="Logo Hutsteiner">
            <a:extLst>
              <a:ext uri="{FF2B5EF4-FFF2-40B4-BE49-F238E27FC236}">
                <a16:creationId xmlns:a16="http://schemas.microsoft.com/office/drawing/2014/main" id="{BE78DB82-B139-294B-8D3E-1C811E067D4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9625" y="181719"/>
            <a:ext cx="3505200" cy="1688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024101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6E84A64-7DB3-F14D-AA4D-CEF0DB99B9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A6E3EE2-EED0-0643-A8E4-A395DCE9E8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17930421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31891A6-1040-3E4D-836B-F1F353E518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9F74BC7-64B2-5843-8E42-16B61F4009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9729433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5FFCF6E-81C4-5A4B-82FC-CB7E649D25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2837C5E-E331-6B47-A91C-8C7E352487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5EE8028B-2428-5A4D-A146-D067D2C83F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42433651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9DB1A62-BAD3-1F4D-88FE-C1FD0E4DA2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31E0E73-BC58-7A44-9C75-05B86F127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ED3F928E-1434-0C4E-8793-1AE0674069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21258AC5-3709-BF4D-9329-1B865490C1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922B4586-A3D7-D947-84A5-6D5D7E3308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39517114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2DB432D-F227-004B-8770-A22BC2AF0C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4032348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222697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301997A-0791-154A-9E2F-B9293088B5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E43DD00-1418-6D4E-91AB-F33F1190C6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7925765E-48CC-7542-9B12-A6AE7AA19F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8201874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580E643-3527-FE40-B649-80A474C43A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A43087FD-F37C-A84A-8F19-FBB5DEAD52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F95DACED-209B-EF47-8699-021D04DBCE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41691780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8DC6989-866D-F547-9896-7B152526F7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9B40596C-A566-DA40-883B-341B3B34DC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1438F8E-9CB3-0745-9002-A4B864E1C4A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9D0D82E-F8E4-EC47-AA45-DF03A03FEFF2}" type="datetimeFigureOut">
              <a:rPr lang="de-DE" smtClean="0"/>
              <a:t>08.12.21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C31CDFB-673C-274D-887A-D3A635982B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70315F2-3BD2-F740-B4C2-F14A64E082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D0A7D22-5453-544E-9D10-72148953843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033143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7A97D076-7EA9-A54C-B9C3-AEBFF936C95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A64263DF-7DD5-4947-888C-47A5ACB851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CC8D204-5B9B-144F-B41E-F3746DDE171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9D0D82E-F8E4-EC47-AA45-DF03A03FEFF2}" type="datetimeFigureOut">
              <a:rPr lang="de-DE" smtClean="0"/>
              <a:t>08.12.21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FCC5704-166B-654C-B613-0A04CFA067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9A0B8B9-8DE3-C342-B585-942E2ECBB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D0A7D22-5453-544E-9D10-72148953843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812613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tif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4CAB6531-9149-0442-9B18-742EF2263668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57698A33-CEB5-AC4C-85A5-7120DDC2C7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02F2CD9-1E7B-104D-A63A-F776B50829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A5B110C5-47C5-814C-BC26-0AD16EE69849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1058525" y="6221095"/>
            <a:ext cx="1019175" cy="543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84240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baseline="0">
          <a:solidFill>
            <a:schemeClr val="bg1">
              <a:lumMod val="9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 baseline="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 baseline="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 baseline="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EBFF56F-811A-9C45-B747-C608AC34A68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/>
            <a:r>
              <a:rPr lang="de-DE" dirty="0"/>
              <a:t>Python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E023CFE7-7AB5-4F4D-8603-1FF9C42D5B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2791" y="3519513"/>
            <a:ext cx="4826000" cy="3048000"/>
          </a:xfrm>
          <a:prstGeom prst="rect">
            <a:avLst/>
          </a:prstGeom>
        </p:spPr>
      </p:pic>
      <p:sp>
        <p:nvSpPr>
          <p:cNvPr id="3" name="Untertitel 2">
            <a:extLst>
              <a:ext uri="{FF2B5EF4-FFF2-40B4-BE49-F238E27FC236}">
                <a16:creationId xmlns:a16="http://schemas.microsoft.com/office/drawing/2014/main" id="{395B9449-3F89-8745-911C-3EC89A8CC16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/>
            <a:r>
              <a:rPr lang="de-DE" dirty="0"/>
              <a:t>Basiswissen</a:t>
            </a:r>
            <a:br>
              <a:rPr lang="de-DE" dirty="0"/>
            </a:br>
            <a:r>
              <a:rPr lang="de-DE" dirty="0"/>
              <a:t>Modul11  - SQL Databases</a:t>
            </a:r>
          </a:p>
        </p:txBody>
      </p:sp>
    </p:spTree>
    <p:extLst>
      <p:ext uri="{BB962C8B-B14F-4D97-AF65-F5344CB8AC3E}">
        <p14:creationId xmlns:p14="http://schemas.microsoft.com/office/powerpoint/2010/main" val="23843703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4B070395-6FF8-D341-A227-652379649B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Agenda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1AE82633-098D-2546-A957-27D6CA6025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SQL Databases</a:t>
            </a:r>
          </a:p>
          <a:p>
            <a:endParaRPr lang="de-DE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0658740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C706E4D-6A1E-E747-B12F-B2A5F33F59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Intro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00B11B8-F91F-0E47-92D0-2E7A57CBC3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de-DE" dirty="0"/>
              <a:t>Mit SQL Databases sind relationale Datenbanksysteme gemeint, </a:t>
            </a:r>
            <a:r>
              <a:rPr lang="de-DE" dirty="0" err="1"/>
              <a:t>z.B</a:t>
            </a:r>
            <a:r>
              <a:rPr lang="de-DE" dirty="0"/>
              <a:t>:</a:t>
            </a:r>
          </a:p>
          <a:p>
            <a:pPr lvl="1"/>
            <a:r>
              <a:rPr lang="de-DE" dirty="0"/>
              <a:t>Microsoft SQL Server </a:t>
            </a:r>
          </a:p>
          <a:p>
            <a:pPr lvl="1"/>
            <a:r>
              <a:rPr lang="de-DE" dirty="0"/>
              <a:t>MySQL</a:t>
            </a:r>
          </a:p>
          <a:p>
            <a:pPr lvl="1"/>
            <a:r>
              <a:rPr lang="de-DE" dirty="0" err="1"/>
              <a:t>SQLite</a:t>
            </a:r>
            <a:endParaRPr lang="de-DE" dirty="0"/>
          </a:p>
          <a:p>
            <a:pPr lvl="1"/>
            <a:r>
              <a:rPr lang="de-DE" dirty="0" err="1"/>
              <a:t>Postgres</a:t>
            </a:r>
            <a:endParaRPr lang="de-DE" dirty="0"/>
          </a:p>
          <a:p>
            <a:pPr lvl="1"/>
            <a:r>
              <a:rPr lang="de-DE" dirty="0"/>
              <a:t>Oracle</a:t>
            </a:r>
          </a:p>
          <a:p>
            <a:pPr lvl="1"/>
            <a:r>
              <a:rPr lang="de-DE" dirty="0" err="1"/>
              <a:t>Usw</a:t>
            </a:r>
            <a:endParaRPr lang="de-DE" dirty="0"/>
          </a:p>
          <a:p>
            <a:r>
              <a:rPr lang="de-DE" dirty="0"/>
              <a:t>Sie speichern Daten in tabellarischen Strukturen und</a:t>
            </a:r>
          </a:p>
          <a:p>
            <a:r>
              <a:rPr lang="de-DE" dirty="0"/>
              <a:t>Bedienen sich einer gemeinsamen Sprache : ANSI SQL</a:t>
            </a:r>
          </a:p>
          <a:p>
            <a:r>
              <a:rPr lang="de-DE" dirty="0"/>
              <a:t>Wir arbeiten hier beispielhaft mit Microsoft SQL Server</a:t>
            </a:r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959772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9E4BA33-7957-A54A-A6EF-2007DCBE4E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de-DE" sz="4000">
                <a:solidFill>
                  <a:srgbClr val="FFFFFF"/>
                </a:solidFill>
              </a:rPr>
              <a:t>Wichtige Objekte in Datenbanken</a:t>
            </a:r>
          </a:p>
        </p:txBody>
      </p:sp>
      <p:graphicFrame>
        <p:nvGraphicFramePr>
          <p:cNvPr id="5" name="Inhaltsplatzhalter 2">
            <a:extLst>
              <a:ext uri="{FF2B5EF4-FFF2-40B4-BE49-F238E27FC236}">
                <a16:creationId xmlns:a16="http://schemas.microsoft.com/office/drawing/2014/main" id="{E45E6B2C-B5A7-455B-A8E5-C86981352F6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51183466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186222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FD5B3EB-C004-494E-96E8-03D9C86EEF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7733" y="490537"/>
            <a:ext cx="5291663" cy="1628775"/>
          </a:xfrm>
        </p:spPr>
        <p:txBody>
          <a:bodyPr anchor="b">
            <a:normAutofit/>
          </a:bodyPr>
          <a:lstStyle/>
          <a:p>
            <a:r>
              <a:rPr lang="de-DE" sz="4000"/>
              <a:t>Wichtige Operationen (CRUD)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186DBE5-43BC-40A7-98DE-82C45FDCE57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5914" r="8960" b="1"/>
          <a:stretch/>
        </p:blipFill>
        <p:spPr>
          <a:xfrm>
            <a:off x="2" y="1587"/>
            <a:ext cx="6095999" cy="6856413"/>
          </a:xfrm>
          <a:custGeom>
            <a:avLst/>
            <a:gdLst/>
            <a:ahLst/>
            <a:cxnLst/>
            <a:rect l="l" t="t" r="r" b="b"/>
            <a:pathLst>
              <a:path w="6649908" h="6856413">
                <a:moveTo>
                  <a:pt x="0" y="0"/>
                </a:moveTo>
                <a:lnTo>
                  <a:pt x="6559859" y="0"/>
                </a:lnTo>
                <a:lnTo>
                  <a:pt x="6572145" y="79394"/>
                </a:lnTo>
                <a:cubicBezTo>
                  <a:pt x="6857782" y="2230562"/>
                  <a:pt x="6243159" y="4473353"/>
                  <a:pt x="6528796" y="6624522"/>
                </a:cubicBezTo>
                <a:lnTo>
                  <a:pt x="6564680" y="6856413"/>
                </a:lnTo>
                <a:lnTo>
                  <a:pt x="0" y="6856413"/>
                </a:lnTo>
                <a:close/>
              </a:path>
            </a:pathLst>
          </a:custGeom>
        </p:spPr>
      </p:pic>
      <p:graphicFrame>
        <p:nvGraphicFramePr>
          <p:cNvPr id="5" name="Inhaltsplatzhalter 2">
            <a:extLst>
              <a:ext uri="{FF2B5EF4-FFF2-40B4-BE49-F238E27FC236}">
                <a16:creationId xmlns:a16="http://schemas.microsoft.com/office/drawing/2014/main" id="{530F7BFD-1ADA-46CE-A1CD-8A8EB45E3C0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30845760"/>
              </p:ext>
            </p:extLst>
          </p:nvPr>
        </p:nvGraphicFramePr>
        <p:xfrm>
          <a:off x="6417734" y="2614612"/>
          <a:ext cx="5291663" cy="375284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8248972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95BDEDD-45B4-3D4F-97AE-DBBA4A8C05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Authentifizierung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13D7C6D-4280-7945-BCCD-34383AA946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Die meisten Datenbanken bieten verschiedene Mechanismen an</a:t>
            </a:r>
          </a:p>
          <a:p>
            <a:r>
              <a:rPr lang="de-DE" dirty="0"/>
              <a:t>Benutzer Name und Passwort</a:t>
            </a:r>
          </a:p>
          <a:p>
            <a:r>
              <a:rPr lang="de-DE" dirty="0"/>
              <a:t>Integrated Security (</a:t>
            </a:r>
            <a:r>
              <a:rPr lang="de-DE" dirty="0" err="1"/>
              <a:t>Active</a:t>
            </a:r>
            <a:r>
              <a:rPr lang="de-DE" dirty="0"/>
              <a:t> Directory)</a:t>
            </a:r>
          </a:p>
          <a:p>
            <a:r>
              <a:rPr lang="de-DE" dirty="0"/>
              <a:t>AAD mit MFA</a:t>
            </a:r>
          </a:p>
          <a:p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6421345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C69DD40-A9F4-614B-BB64-5A6C7F0CB4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Verbindung aufbauen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1D7C6F7-7A70-D548-B8D7-FE2EF744E7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Wir benötigen einen Treiber, Provider oder ähnliches</a:t>
            </a:r>
          </a:p>
          <a:p>
            <a:r>
              <a:rPr lang="de-DE" dirty="0"/>
              <a:t>Beispiele</a:t>
            </a:r>
          </a:p>
          <a:p>
            <a:r>
              <a:rPr lang="de-DE" dirty="0" err="1"/>
              <a:t>Pyodbc</a:t>
            </a:r>
            <a:r>
              <a:rPr lang="de-DE" dirty="0"/>
              <a:t> = ODBC Python – SQL Server </a:t>
            </a:r>
          </a:p>
          <a:p>
            <a:r>
              <a:rPr lang="de-DE" dirty="0" err="1"/>
              <a:t>pyTDS</a:t>
            </a:r>
            <a:r>
              <a:rPr lang="de-DE" dirty="0"/>
              <a:t> = setzt auf den </a:t>
            </a:r>
            <a:r>
              <a:rPr lang="de-DE" dirty="0" err="1"/>
              <a:t>Tabular</a:t>
            </a:r>
            <a:r>
              <a:rPr lang="de-DE" dirty="0"/>
              <a:t> </a:t>
            </a:r>
            <a:r>
              <a:rPr lang="de-DE" dirty="0" err="1"/>
              <a:t>Datastream</a:t>
            </a:r>
            <a:r>
              <a:rPr lang="de-DE" dirty="0"/>
              <a:t> von SQL auf</a:t>
            </a:r>
          </a:p>
          <a:p>
            <a:pPr marL="0" indent="0">
              <a:buNone/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318207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ead of bass guitar">
            <a:extLst>
              <a:ext uri="{FF2B5EF4-FFF2-40B4-BE49-F238E27FC236}">
                <a16:creationId xmlns:a16="http://schemas.microsoft.com/office/drawing/2014/main" id="{1B378085-3BAC-4727-930B-DB4F97C148E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604" b="9490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37C89E4B-3C9F-44B9-8B86-D9E3D112D8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28852"/>
            <a:ext cx="12192000" cy="736551"/>
          </a:xfrm>
          <a:prstGeom prst="rect">
            <a:avLst/>
          </a:prstGeom>
          <a:solidFill>
            <a:schemeClr val="bg1">
              <a:alpha val="9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F031D1B5-A3C1-BE4D-9B25-BF12AE0C8A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875" y="425950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>
                <a:solidFill>
                  <a:schemeClr val="tx1">
                    <a:lumMod val="85000"/>
                    <a:lumOff val="15000"/>
                  </a:schemeClr>
                </a:solidFill>
              </a:rPr>
              <a:t>Demo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A2EAA10-076F-46BD-8F0F-B9A2FB77A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350693"/>
            <a:ext cx="12192000" cy="0"/>
          </a:xfrm>
          <a:prstGeom prst="line">
            <a:avLst/>
          </a:prstGeom>
          <a:ln w="41275">
            <a:solidFill>
              <a:schemeClr val="bg1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891E407-403B-4764-86C9-33A56D3BCA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1243562"/>
            <a:ext cx="12192000" cy="0"/>
          </a:xfrm>
          <a:prstGeom prst="line">
            <a:avLst/>
          </a:prstGeom>
          <a:ln w="41275">
            <a:solidFill>
              <a:schemeClr val="bg1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12360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1F32EBA-ED97-466E-8CFA-8382584155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04E4EA9F-3A62-0047-8324-7B29A3FD9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5199" y="851517"/>
            <a:ext cx="5130795" cy="1461778"/>
          </a:xfrm>
        </p:spPr>
        <p:txBody>
          <a:bodyPr>
            <a:normAutofit/>
          </a:bodyPr>
          <a:lstStyle/>
          <a:p>
            <a:r>
              <a:rPr lang="de-DE" sz="4000"/>
              <a:t>Ende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B9BDC23-0AD6-BB47-8155-C23E6FBF07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5200" y="2470248"/>
            <a:ext cx="4048344" cy="3536236"/>
          </a:xfrm>
        </p:spPr>
        <p:txBody>
          <a:bodyPr>
            <a:normAutofit/>
          </a:bodyPr>
          <a:lstStyle/>
          <a:p>
            <a:r>
              <a:rPr lang="de-DE" sz="2400"/>
              <a:t>Q &amp; A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62A38935-BB53-4DF7-A56E-48DD25B685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10370" y="851518"/>
            <a:ext cx="6184806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1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4 h 5154967"/>
              <a:gd name="connsiteX37" fmla="*/ 1625714 w 6184806"/>
              <a:gd name="connsiteY37" fmla="*/ 109244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1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1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4"/>
                  <a:pt x="2445216" y="109244"/>
                </a:cubicBezTo>
                <a:cubicBezTo>
                  <a:pt x="1625714" y="109244"/>
                  <a:pt x="1625714" y="109244"/>
                  <a:pt x="1625714" y="109244"/>
                </a:cubicBezTo>
                <a:cubicBezTo>
                  <a:pt x="1572615" y="109244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8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1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Grafik 4" descr="Fragezeichen mit einfarbiger Füllung">
            <a:extLst>
              <a:ext uri="{FF2B5EF4-FFF2-40B4-BE49-F238E27FC236}">
                <a16:creationId xmlns:a16="http://schemas.microsoft.com/office/drawing/2014/main" id="{875CAEAD-17C1-C34C-9298-E096EB9F39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35330" y="2105470"/>
            <a:ext cx="3217333" cy="3217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04834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äsentation1" id="{88A71F66-A729-BF48-831C-AEEAED2F839F}" vid="{93FA19C9-1BF1-AA44-9D34-49AD4FDE8939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</Template>
  <TotalTime>0</TotalTime>
  <Words>134</Words>
  <Application>Microsoft Macintosh PowerPoint</Application>
  <PresentationFormat>Breitbild</PresentationFormat>
  <Paragraphs>41</Paragraphs>
  <Slides>9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</vt:lpstr>
      <vt:lpstr>Python</vt:lpstr>
      <vt:lpstr>Agenda</vt:lpstr>
      <vt:lpstr>Intro</vt:lpstr>
      <vt:lpstr>Wichtige Objekte in Datenbanken</vt:lpstr>
      <vt:lpstr>Wichtige Operationen (CRUD)</vt:lpstr>
      <vt:lpstr>Authentifizierung</vt:lpstr>
      <vt:lpstr>Verbindung aufbauen</vt:lpstr>
      <vt:lpstr>Demo</vt:lpstr>
      <vt:lpstr>Ende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</dc:title>
  <dc:creator>Ernst Hutsteiner</dc:creator>
  <cp:lastModifiedBy>Ernst Hutsteiner</cp:lastModifiedBy>
  <cp:revision>62</cp:revision>
  <dcterms:created xsi:type="dcterms:W3CDTF">2021-11-18T12:30:48Z</dcterms:created>
  <dcterms:modified xsi:type="dcterms:W3CDTF">2021-12-08T15:39:13Z</dcterms:modified>
</cp:coreProperties>
</file>