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1" r:id="rId4"/>
    <p:sldId id="272" r:id="rId5"/>
    <p:sldId id="273" r:id="rId6"/>
    <p:sldId id="275" r:id="rId7"/>
    <p:sldId id="274" r:id="rId8"/>
    <p:sldId id="276" r:id="rId9"/>
    <p:sldId id="270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2"/>
    <p:restoredTop sz="86273"/>
  </p:normalViewPr>
  <p:slideViewPr>
    <p:cSldViewPr snapToGrid="0" snapToObjects="1">
      <p:cViewPr varScale="1">
        <p:scale>
          <a:sx n="96" d="100"/>
          <a:sy n="96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1C31C3-C398-4E79-9A4A-739C614894FB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682EB00-9853-4DBB-B7D8-A7A35A818756}">
      <dgm:prSet/>
      <dgm:spPr/>
      <dgm:t>
        <a:bodyPr/>
        <a:lstStyle/>
        <a:p>
          <a:r>
            <a:rPr lang="de-DE" baseline="0"/>
            <a:t>Entweder mit ‚‘‘‘drei einfachen‘‘‘ oder mit „“““drei doppelten“““ Anführungszeichen</a:t>
          </a:r>
          <a:endParaRPr lang="en-US"/>
        </a:p>
      </dgm:t>
    </dgm:pt>
    <dgm:pt modelId="{82FF5AC5-0C88-4256-8FBC-AF6823D70157}" type="parTrans" cxnId="{40B22A3F-13A7-4DEC-98CC-1E59EA6D5952}">
      <dgm:prSet/>
      <dgm:spPr/>
      <dgm:t>
        <a:bodyPr/>
        <a:lstStyle/>
        <a:p>
          <a:endParaRPr lang="en-US"/>
        </a:p>
      </dgm:t>
    </dgm:pt>
    <dgm:pt modelId="{C2848E6E-6F17-4F41-A9B8-C6E9C597D8E1}" type="sibTrans" cxnId="{40B22A3F-13A7-4DEC-98CC-1E59EA6D5952}">
      <dgm:prSet/>
      <dgm:spPr/>
      <dgm:t>
        <a:bodyPr/>
        <a:lstStyle/>
        <a:p>
          <a:endParaRPr lang="en-US"/>
        </a:p>
      </dgm:t>
    </dgm:pt>
    <dgm:pt modelId="{7675F8A5-B931-4C71-8BCD-A551C69B01E0}">
      <dgm:prSet/>
      <dgm:spPr/>
      <dgm:t>
        <a:bodyPr/>
        <a:lstStyle/>
        <a:p>
          <a:r>
            <a:rPr lang="de-DE" baseline="0"/>
            <a:t>Gelesen werden sie entweder über die</a:t>
          </a:r>
          <a:endParaRPr lang="en-US"/>
        </a:p>
      </dgm:t>
    </dgm:pt>
    <dgm:pt modelId="{B0C4ECB1-8393-40D0-B3C8-750D46A9118E}" type="parTrans" cxnId="{31C87232-6EBF-42DC-8633-D27E336D11CB}">
      <dgm:prSet/>
      <dgm:spPr/>
      <dgm:t>
        <a:bodyPr/>
        <a:lstStyle/>
        <a:p>
          <a:endParaRPr lang="en-US"/>
        </a:p>
      </dgm:t>
    </dgm:pt>
    <dgm:pt modelId="{197D5428-1300-402E-B7DC-082D01C22BFD}" type="sibTrans" cxnId="{31C87232-6EBF-42DC-8633-D27E336D11CB}">
      <dgm:prSet/>
      <dgm:spPr/>
      <dgm:t>
        <a:bodyPr/>
        <a:lstStyle/>
        <a:p>
          <a:endParaRPr lang="en-US"/>
        </a:p>
      </dgm:t>
    </dgm:pt>
    <dgm:pt modelId="{8351123C-921F-4B0E-B96C-7D8BA27B42AD}">
      <dgm:prSet/>
      <dgm:spPr/>
      <dgm:t>
        <a:bodyPr/>
        <a:lstStyle/>
        <a:p>
          <a:r>
            <a:rPr lang="de-DE" baseline="0"/>
            <a:t>__doc__ Methode </a:t>
          </a:r>
          <a:endParaRPr lang="en-US"/>
        </a:p>
      </dgm:t>
    </dgm:pt>
    <dgm:pt modelId="{C82E71C9-67B9-400B-9124-DF22417505F5}" type="parTrans" cxnId="{A0FAFF3D-AF74-4955-B943-0CC03430E19D}">
      <dgm:prSet/>
      <dgm:spPr/>
      <dgm:t>
        <a:bodyPr/>
        <a:lstStyle/>
        <a:p>
          <a:endParaRPr lang="en-US"/>
        </a:p>
      </dgm:t>
    </dgm:pt>
    <dgm:pt modelId="{EDE94E61-D39B-42A6-AF70-203966F6EED4}" type="sibTrans" cxnId="{A0FAFF3D-AF74-4955-B943-0CC03430E19D}">
      <dgm:prSet/>
      <dgm:spPr/>
      <dgm:t>
        <a:bodyPr/>
        <a:lstStyle/>
        <a:p>
          <a:endParaRPr lang="en-US"/>
        </a:p>
      </dgm:t>
    </dgm:pt>
    <dgm:pt modelId="{8A560213-1C94-4B44-8D3C-77F7055948FB}">
      <dgm:prSet/>
      <dgm:spPr/>
      <dgm:t>
        <a:bodyPr/>
        <a:lstStyle/>
        <a:p>
          <a:r>
            <a:rPr lang="de-DE" baseline="0"/>
            <a:t>Oder die “help“ Funktion</a:t>
          </a:r>
          <a:endParaRPr lang="en-US"/>
        </a:p>
      </dgm:t>
    </dgm:pt>
    <dgm:pt modelId="{532E9EEB-CC12-45BE-9129-CFBF6F8D68D1}" type="parTrans" cxnId="{4A95FBCD-2807-40EE-A26C-8A95F26812AC}">
      <dgm:prSet/>
      <dgm:spPr/>
      <dgm:t>
        <a:bodyPr/>
        <a:lstStyle/>
        <a:p>
          <a:endParaRPr lang="en-US"/>
        </a:p>
      </dgm:t>
    </dgm:pt>
    <dgm:pt modelId="{F7E20C1C-CCCE-45CE-BBCE-6F995AEB6BC1}" type="sibTrans" cxnId="{4A95FBCD-2807-40EE-A26C-8A95F26812AC}">
      <dgm:prSet/>
      <dgm:spPr/>
      <dgm:t>
        <a:bodyPr/>
        <a:lstStyle/>
        <a:p>
          <a:endParaRPr lang="en-US"/>
        </a:p>
      </dgm:t>
    </dgm:pt>
    <dgm:pt modelId="{1EA1B15D-A25C-A546-9B1C-99F20ACFC71F}" type="pres">
      <dgm:prSet presAssocID="{941C31C3-C398-4E79-9A4A-739C614894FB}" presName="Name0" presStyleCnt="0">
        <dgm:presLayoutVars>
          <dgm:dir/>
          <dgm:animLvl val="lvl"/>
          <dgm:resizeHandles val="exact"/>
        </dgm:presLayoutVars>
      </dgm:prSet>
      <dgm:spPr/>
    </dgm:pt>
    <dgm:pt modelId="{6E7DB069-1ED8-DF46-90F0-D1C6E84C1AE5}" type="pres">
      <dgm:prSet presAssocID="{7675F8A5-B931-4C71-8BCD-A551C69B01E0}" presName="boxAndChildren" presStyleCnt="0"/>
      <dgm:spPr/>
    </dgm:pt>
    <dgm:pt modelId="{13F170AC-43F3-C441-A542-3DA1FDE42795}" type="pres">
      <dgm:prSet presAssocID="{7675F8A5-B931-4C71-8BCD-A551C69B01E0}" presName="parentTextBox" presStyleLbl="alignNode1" presStyleIdx="0" presStyleCnt="2"/>
      <dgm:spPr/>
    </dgm:pt>
    <dgm:pt modelId="{533E42A0-A106-7B45-A949-9326BFAFDCEC}" type="pres">
      <dgm:prSet presAssocID="{7675F8A5-B931-4C71-8BCD-A551C69B01E0}" presName="descendantBox" presStyleLbl="bgAccFollowNode1" presStyleIdx="0" presStyleCnt="2"/>
      <dgm:spPr/>
    </dgm:pt>
    <dgm:pt modelId="{B9DDAE0A-8E5A-6746-958F-192719BB2C8E}" type="pres">
      <dgm:prSet presAssocID="{C2848E6E-6F17-4F41-A9B8-C6E9C597D8E1}" presName="sp" presStyleCnt="0"/>
      <dgm:spPr/>
    </dgm:pt>
    <dgm:pt modelId="{287AB372-EC5A-9542-BF08-8C55A675E504}" type="pres">
      <dgm:prSet presAssocID="{D682EB00-9853-4DBB-B7D8-A7A35A818756}" presName="arrowAndChildren" presStyleCnt="0"/>
      <dgm:spPr/>
    </dgm:pt>
    <dgm:pt modelId="{C130CC41-579E-D44A-8435-0A51F9CF0D0D}" type="pres">
      <dgm:prSet presAssocID="{D682EB00-9853-4DBB-B7D8-A7A35A818756}" presName="parentTextArrow" presStyleLbl="node1" presStyleIdx="0" presStyleCnt="1"/>
      <dgm:spPr/>
    </dgm:pt>
    <dgm:pt modelId="{E47F3ED7-A13E-0443-A440-6C8FFBB531BD}" type="pres">
      <dgm:prSet presAssocID="{D682EB00-9853-4DBB-B7D8-A7A35A818756}" presName="arrow" presStyleLbl="alignNode1" presStyleIdx="1" presStyleCnt="2"/>
      <dgm:spPr/>
    </dgm:pt>
    <dgm:pt modelId="{01BD23FE-EEBA-174F-9A71-6CA6C6EF5B12}" type="pres">
      <dgm:prSet presAssocID="{D682EB00-9853-4DBB-B7D8-A7A35A818756}" presName="descendantArrow" presStyleLbl="bgAccFollowNode1" presStyleIdx="1" presStyleCnt="2"/>
      <dgm:spPr/>
    </dgm:pt>
  </dgm:ptLst>
  <dgm:cxnLst>
    <dgm:cxn modelId="{788F8120-2262-7541-A887-6573D09C8FA1}" type="presOf" srcId="{D682EB00-9853-4DBB-B7D8-A7A35A818756}" destId="{E47F3ED7-A13E-0443-A440-6C8FFBB531BD}" srcOrd="1" destOrd="0" presId="urn:microsoft.com/office/officeart/2016/7/layout/VerticalDownArrowProcess"/>
    <dgm:cxn modelId="{17676C22-AD44-8A49-A4A3-4BF2CDBDAFA5}" type="presOf" srcId="{8351123C-921F-4B0E-B96C-7D8BA27B42AD}" destId="{533E42A0-A106-7B45-A949-9326BFAFDCEC}" srcOrd="0" destOrd="0" presId="urn:microsoft.com/office/officeart/2016/7/layout/VerticalDownArrowProcess"/>
    <dgm:cxn modelId="{31C87232-6EBF-42DC-8633-D27E336D11CB}" srcId="{941C31C3-C398-4E79-9A4A-739C614894FB}" destId="{7675F8A5-B931-4C71-8BCD-A551C69B01E0}" srcOrd="1" destOrd="0" parTransId="{B0C4ECB1-8393-40D0-B3C8-750D46A9118E}" sibTransId="{197D5428-1300-402E-B7DC-082D01C22BFD}"/>
    <dgm:cxn modelId="{A0FAFF3D-AF74-4955-B943-0CC03430E19D}" srcId="{7675F8A5-B931-4C71-8BCD-A551C69B01E0}" destId="{8351123C-921F-4B0E-B96C-7D8BA27B42AD}" srcOrd="0" destOrd="0" parTransId="{C82E71C9-67B9-400B-9124-DF22417505F5}" sibTransId="{EDE94E61-D39B-42A6-AF70-203966F6EED4}"/>
    <dgm:cxn modelId="{40B22A3F-13A7-4DEC-98CC-1E59EA6D5952}" srcId="{941C31C3-C398-4E79-9A4A-739C614894FB}" destId="{D682EB00-9853-4DBB-B7D8-A7A35A818756}" srcOrd="0" destOrd="0" parTransId="{82FF5AC5-0C88-4256-8FBC-AF6823D70157}" sibTransId="{C2848E6E-6F17-4F41-A9B8-C6E9C597D8E1}"/>
    <dgm:cxn modelId="{7D240F4F-C874-C446-9C17-2AF96CAB708F}" type="presOf" srcId="{8A560213-1C94-4B44-8D3C-77F7055948FB}" destId="{533E42A0-A106-7B45-A949-9326BFAFDCEC}" srcOrd="0" destOrd="1" presId="urn:microsoft.com/office/officeart/2016/7/layout/VerticalDownArrowProcess"/>
    <dgm:cxn modelId="{390A6B73-33BF-6442-838B-069CAAF706A3}" type="presOf" srcId="{941C31C3-C398-4E79-9A4A-739C614894FB}" destId="{1EA1B15D-A25C-A546-9B1C-99F20ACFC71F}" srcOrd="0" destOrd="0" presId="urn:microsoft.com/office/officeart/2016/7/layout/VerticalDownArrowProcess"/>
    <dgm:cxn modelId="{32562EA7-A75F-2044-9B50-CA3CEA7EA08A}" type="presOf" srcId="{D682EB00-9853-4DBB-B7D8-A7A35A818756}" destId="{C130CC41-579E-D44A-8435-0A51F9CF0D0D}" srcOrd="0" destOrd="0" presId="urn:microsoft.com/office/officeart/2016/7/layout/VerticalDownArrowProcess"/>
    <dgm:cxn modelId="{25CC00BD-B944-B146-9E16-186C641C2936}" type="presOf" srcId="{7675F8A5-B931-4C71-8BCD-A551C69B01E0}" destId="{13F170AC-43F3-C441-A542-3DA1FDE42795}" srcOrd="0" destOrd="0" presId="urn:microsoft.com/office/officeart/2016/7/layout/VerticalDownArrowProcess"/>
    <dgm:cxn modelId="{4A95FBCD-2807-40EE-A26C-8A95F26812AC}" srcId="{7675F8A5-B931-4C71-8BCD-A551C69B01E0}" destId="{8A560213-1C94-4B44-8D3C-77F7055948FB}" srcOrd="1" destOrd="0" parTransId="{532E9EEB-CC12-45BE-9129-CFBF6F8D68D1}" sibTransId="{F7E20C1C-CCCE-45CE-BBCE-6F995AEB6BC1}"/>
    <dgm:cxn modelId="{53343A03-C07F-2447-8758-AB67D8C8CB7D}" type="presParOf" srcId="{1EA1B15D-A25C-A546-9B1C-99F20ACFC71F}" destId="{6E7DB069-1ED8-DF46-90F0-D1C6E84C1AE5}" srcOrd="0" destOrd="0" presId="urn:microsoft.com/office/officeart/2016/7/layout/VerticalDownArrowProcess"/>
    <dgm:cxn modelId="{F0E83734-198F-DD4B-B659-6B233BA7DB40}" type="presParOf" srcId="{6E7DB069-1ED8-DF46-90F0-D1C6E84C1AE5}" destId="{13F170AC-43F3-C441-A542-3DA1FDE42795}" srcOrd="0" destOrd="0" presId="urn:microsoft.com/office/officeart/2016/7/layout/VerticalDownArrowProcess"/>
    <dgm:cxn modelId="{E417C80B-D530-1347-8236-9842FD80DCDF}" type="presParOf" srcId="{6E7DB069-1ED8-DF46-90F0-D1C6E84C1AE5}" destId="{533E42A0-A106-7B45-A949-9326BFAFDCEC}" srcOrd="1" destOrd="0" presId="urn:microsoft.com/office/officeart/2016/7/layout/VerticalDownArrowProcess"/>
    <dgm:cxn modelId="{8CCCDDFE-DDC6-564A-8A34-B0CE68A4743B}" type="presParOf" srcId="{1EA1B15D-A25C-A546-9B1C-99F20ACFC71F}" destId="{B9DDAE0A-8E5A-6746-958F-192719BB2C8E}" srcOrd="1" destOrd="0" presId="urn:microsoft.com/office/officeart/2016/7/layout/VerticalDownArrowProcess"/>
    <dgm:cxn modelId="{280F4853-02A5-244A-BF79-F2FCFD033025}" type="presParOf" srcId="{1EA1B15D-A25C-A546-9B1C-99F20ACFC71F}" destId="{287AB372-EC5A-9542-BF08-8C55A675E504}" srcOrd="2" destOrd="0" presId="urn:microsoft.com/office/officeart/2016/7/layout/VerticalDownArrowProcess"/>
    <dgm:cxn modelId="{184639DC-4C7A-8947-8C95-099F577A1CB3}" type="presParOf" srcId="{287AB372-EC5A-9542-BF08-8C55A675E504}" destId="{C130CC41-579E-D44A-8435-0A51F9CF0D0D}" srcOrd="0" destOrd="0" presId="urn:microsoft.com/office/officeart/2016/7/layout/VerticalDownArrowProcess"/>
    <dgm:cxn modelId="{193B600D-3370-E445-9C37-68FE845064F5}" type="presParOf" srcId="{287AB372-EC5A-9542-BF08-8C55A675E504}" destId="{E47F3ED7-A13E-0443-A440-6C8FFBB531BD}" srcOrd="1" destOrd="0" presId="urn:microsoft.com/office/officeart/2016/7/layout/VerticalDownArrowProcess"/>
    <dgm:cxn modelId="{67AC3170-1E78-B748-A1BB-3EC2A786507C}" type="presParOf" srcId="{287AB372-EC5A-9542-BF08-8C55A675E504}" destId="{01BD23FE-EEBA-174F-9A71-6CA6C6EF5B12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F170AC-43F3-C441-A542-3DA1FDE42795}">
      <dsp:nvSpPr>
        <dsp:cNvPr id="0" name=""/>
        <dsp:cNvSpPr/>
      </dsp:nvSpPr>
      <dsp:spPr>
        <a:xfrm>
          <a:off x="0" y="3322370"/>
          <a:ext cx="1565910" cy="21798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368" tIns="92456" rIns="111368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baseline="0"/>
            <a:t>Gelesen werden sie entweder über die</a:t>
          </a:r>
          <a:endParaRPr lang="en-US" sz="1300" kern="1200"/>
        </a:p>
      </dsp:txBody>
      <dsp:txXfrm>
        <a:off x="0" y="3322370"/>
        <a:ext cx="1565910" cy="2179834"/>
      </dsp:txXfrm>
    </dsp:sp>
    <dsp:sp modelId="{533E42A0-A106-7B45-A949-9326BFAFDCEC}">
      <dsp:nvSpPr>
        <dsp:cNvPr id="0" name=""/>
        <dsp:cNvSpPr/>
      </dsp:nvSpPr>
      <dsp:spPr>
        <a:xfrm>
          <a:off x="1565909" y="3322370"/>
          <a:ext cx="4697730" cy="217983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92" tIns="165100" rIns="95292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baseline="0"/>
            <a:t>__doc__ Methode 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baseline="0"/>
            <a:t>Oder die “help“ Funktion</a:t>
          </a:r>
          <a:endParaRPr lang="en-US" sz="1300" kern="1200"/>
        </a:p>
      </dsp:txBody>
      <dsp:txXfrm>
        <a:off x="1565909" y="3322370"/>
        <a:ext cx="4697730" cy="2179834"/>
      </dsp:txXfrm>
    </dsp:sp>
    <dsp:sp modelId="{C130CC41-579E-D44A-8435-0A51F9CF0D0D}">
      <dsp:nvSpPr>
        <dsp:cNvPr id="0" name=""/>
        <dsp:cNvSpPr/>
      </dsp:nvSpPr>
      <dsp:spPr>
        <a:xfrm rot="10800000">
          <a:off x="0" y="2482"/>
          <a:ext cx="1565910" cy="2179180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368" tIns="92456" rIns="111368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baseline="0"/>
            <a:t>Entweder mit ‚‘‘‘drei einfachen‘‘‘ oder mit „“““drei doppelten“““ Anführungszeichen</a:t>
          </a:r>
          <a:endParaRPr lang="en-US" sz="1300" kern="1200"/>
        </a:p>
      </dsp:txBody>
      <dsp:txXfrm rot="10800000">
        <a:off x="0" y="2482"/>
        <a:ext cx="1565910" cy="1415966"/>
      </dsp:txXfrm>
    </dsp:sp>
    <dsp:sp modelId="{E47F3ED7-A13E-0443-A440-6C8FFBB531BD}">
      <dsp:nvSpPr>
        <dsp:cNvPr id="0" name=""/>
        <dsp:cNvSpPr/>
      </dsp:nvSpPr>
      <dsp:spPr>
        <a:xfrm rot="10800000">
          <a:off x="0" y="2482"/>
          <a:ext cx="1565910" cy="33525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368" tIns="92456" rIns="111368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baseline="0"/>
            <a:t>Entweder mit ‚‘‘‘drei einfachen‘‘‘ oder mit „“““drei doppelten“““ Anführungszeichen</a:t>
          </a:r>
          <a:endParaRPr lang="en-US" sz="1300" kern="1200"/>
        </a:p>
      </dsp:txBody>
      <dsp:txXfrm rot="10800000">
        <a:off x="0" y="2482"/>
        <a:ext cx="1565910" cy="1415966"/>
      </dsp:txXfrm>
    </dsp:sp>
    <dsp:sp modelId="{01BD23FE-EEBA-174F-9A71-6CA6C6EF5B12}">
      <dsp:nvSpPr>
        <dsp:cNvPr id="0" name=""/>
        <dsp:cNvSpPr/>
      </dsp:nvSpPr>
      <dsp:spPr>
        <a:xfrm>
          <a:off x="1565909" y="2482"/>
          <a:ext cx="4697730" cy="2179180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 7, error_6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9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python.org/moin/DocumentationTool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/>
            </a:br>
            <a:r>
              <a:rPr lang="de-DE"/>
              <a:t>Modul9  </a:t>
            </a:r>
            <a:r>
              <a:rPr lang="de-DE" dirty="0"/>
              <a:t>- Python </a:t>
            </a:r>
            <a:br>
              <a:rPr lang="de-DE" dirty="0"/>
            </a:br>
            <a:r>
              <a:rPr lang="de-DE" dirty="0" err="1"/>
              <a:t>docstrings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docstring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06E4D-6A1E-E747-B12F-B2A5F33F5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0B11B8-F91F-0E47-92D0-2E7A57CBC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Python “</a:t>
            </a:r>
            <a:r>
              <a:rPr lang="de-DE" dirty="0" err="1"/>
              <a:t>documentation</a:t>
            </a:r>
            <a:r>
              <a:rPr lang="de-DE" dirty="0"/>
              <a:t> </a:t>
            </a:r>
            <a:r>
              <a:rPr lang="de-DE" dirty="0" err="1"/>
              <a:t>strings</a:t>
            </a:r>
            <a:r>
              <a:rPr lang="de-DE" dirty="0"/>
              <a:t>“ kurz „</a:t>
            </a:r>
            <a:r>
              <a:rPr lang="de-DE" dirty="0" err="1"/>
              <a:t>docstrings</a:t>
            </a:r>
            <a:r>
              <a:rPr lang="de-DE" dirty="0"/>
              <a:t>“</a:t>
            </a:r>
          </a:p>
          <a:p>
            <a:pPr lvl="1"/>
            <a:r>
              <a:rPr lang="de-DE" dirty="0"/>
              <a:t>Vereinfachen die Dokumentation von Modulen, Funktionen, Klassen und Methoden</a:t>
            </a:r>
          </a:p>
          <a:p>
            <a:pPr lvl="1"/>
            <a:r>
              <a:rPr lang="de-DE" dirty="0"/>
              <a:t>Werden ähnlich wie Kommentare direkt im Code verankert</a:t>
            </a:r>
          </a:p>
        </p:txBody>
      </p:sp>
    </p:spTree>
    <p:extLst>
      <p:ext uri="{BB962C8B-B14F-4D97-AF65-F5344CB8AC3E}">
        <p14:creationId xmlns:p14="http://schemas.microsoft.com/office/powerpoint/2010/main" val="39597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E677D7-CF51-A747-97FC-EFDC27D6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de-DE" sz="6000">
                <a:solidFill>
                  <a:schemeClr val="accent5"/>
                </a:solidFill>
              </a:rPr>
              <a:t>Deklaration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E052570C-4EF2-4C65-8DD4-29A11B225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717936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CE98CB86-8402-2548-A946-CA29A1F0DA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0" y="1170517"/>
            <a:ext cx="4383391" cy="108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83BDA3-6438-7144-B160-736E4658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Styleguide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BAE107-7008-0441-BD17-2D3724845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Zeilen beginnen mit Großbuchstaben und enden mit einem Punkt.</a:t>
            </a:r>
          </a:p>
          <a:p>
            <a:r>
              <a:rPr lang="de-DE" dirty="0"/>
              <a:t>Die erste Zeile ist eine kurze Beschreibung</a:t>
            </a:r>
          </a:p>
          <a:p>
            <a:r>
              <a:rPr lang="de-DE" dirty="0"/>
              <a:t>Bei mehreren Zeilen ist wenigstens eine Leerzeile zwischen der ersten und der zweiten.</a:t>
            </a:r>
          </a:p>
          <a:p>
            <a:r>
              <a:rPr lang="de-DE" dirty="0"/>
              <a:t>Die folgenden Zeilen können mehrere Abschnitte sein (Aufrufe, Parameter, etc.)</a:t>
            </a:r>
          </a:p>
          <a:p>
            <a:r>
              <a:rPr lang="de-DE" dirty="0"/>
              <a:t>Einrückung verbessern die Lesbarkeit</a:t>
            </a:r>
          </a:p>
        </p:txBody>
      </p:sp>
    </p:spTree>
    <p:extLst>
      <p:ext uri="{BB962C8B-B14F-4D97-AF65-F5344CB8AC3E}">
        <p14:creationId xmlns:p14="http://schemas.microsoft.com/office/powerpoint/2010/main" val="325345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234001-44F2-D744-A90D-5D6D9262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reStructuredText</a:t>
            </a:r>
            <a:r>
              <a:rPr lang="de-DE" dirty="0"/>
              <a:t> (</a:t>
            </a:r>
            <a:r>
              <a:rPr lang="de-DE" dirty="0" err="1"/>
              <a:t>reST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92D8E7-13E0-EC4A-8EBA-2222A14CE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reST</a:t>
            </a:r>
            <a:r>
              <a:rPr lang="de-DE" dirty="0"/>
              <a:t> ist ein einfaches Markup und Parser System für Text</a:t>
            </a:r>
          </a:p>
          <a:p>
            <a:pPr lvl="1"/>
            <a:r>
              <a:rPr lang="de-DE" dirty="0"/>
              <a:t>Sie erlaubt u.a.:</a:t>
            </a:r>
          </a:p>
          <a:p>
            <a:pPr lvl="1"/>
            <a:r>
              <a:rPr lang="de-DE" dirty="0"/>
              <a:t>Absätze</a:t>
            </a:r>
          </a:p>
          <a:p>
            <a:pPr lvl="1"/>
            <a:r>
              <a:rPr lang="de-DE" dirty="0"/>
              <a:t>Markierungen</a:t>
            </a:r>
          </a:p>
          <a:p>
            <a:pPr lvl="1"/>
            <a:r>
              <a:rPr lang="de-DE" dirty="0"/>
              <a:t>Listen</a:t>
            </a:r>
          </a:p>
          <a:p>
            <a:pPr lvl="1"/>
            <a:r>
              <a:rPr lang="de-DE" dirty="0"/>
              <a:t>Hyperlinks</a:t>
            </a:r>
          </a:p>
          <a:p>
            <a:pPr lvl="1"/>
            <a:r>
              <a:rPr lang="de-DE" dirty="0"/>
              <a:t>Etc.</a:t>
            </a:r>
          </a:p>
          <a:p>
            <a:r>
              <a:rPr lang="de-DE" dirty="0" err="1"/>
              <a:t>reST</a:t>
            </a:r>
            <a:r>
              <a:rPr lang="de-DE" dirty="0"/>
              <a:t> wird von entsprechenden Dokumentationswerkzeugen erkannt.</a:t>
            </a:r>
          </a:p>
        </p:txBody>
      </p:sp>
    </p:spTree>
    <p:extLst>
      <p:ext uri="{BB962C8B-B14F-4D97-AF65-F5344CB8AC3E}">
        <p14:creationId xmlns:p14="http://schemas.microsoft.com/office/powerpoint/2010/main" val="3534013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51951-538A-114F-9184-1937637A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965476-45EB-3C49-AB95-E5801B27E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Diverse Tools helfen bei der automatisieren </a:t>
            </a:r>
            <a:r>
              <a:rPr lang="de-DE" dirty="0" err="1"/>
              <a:t>Dokmentation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>
                <a:hlinkClick r:id="rId2"/>
              </a:rPr>
              <a:t>https://wiki.python.org/moin/DocumentationTools</a:t>
            </a:r>
            <a:endParaRPr lang="de-DE" dirty="0"/>
          </a:p>
          <a:p>
            <a:endParaRPr lang="de-DE" dirty="0"/>
          </a:p>
          <a:p>
            <a:r>
              <a:rPr lang="de-DE" dirty="0"/>
              <a:t>Demo: </a:t>
            </a:r>
            <a:r>
              <a:rPr lang="de-DE"/>
              <a:t>pydoc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669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1F6A09-37F0-A348-A96A-5AA5E27A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Sphinx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3B828E-905A-0A4F-B83B-3488D756A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Sphinx-</a:t>
            </a:r>
            <a:r>
              <a:rPr lang="de-DE" dirty="0" err="1"/>
              <a:t>doc.org</a:t>
            </a:r>
            <a:endParaRPr lang="de-DE" dirty="0"/>
          </a:p>
          <a:p>
            <a:r>
              <a:rPr lang="de-DE" dirty="0"/>
              <a:t>Installation: </a:t>
            </a:r>
            <a:r>
              <a:rPr lang="de-DE" dirty="0" err="1"/>
              <a:t>pip</a:t>
            </a:r>
            <a:r>
              <a:rPr lang="de-DE" dirty="0"/>
              <a:t> </a:t>
            </a:r>
            <a:r>
              <a:rPr lang="de-DE" dirty="0" err="1"/>
              <a:t>install</a:t>
            </a:r>
            <a:r>
              <a:rPr lang="de-DE" dirty="0"/>
              <a:t> –U Sphinx</a:t>
            </a:r>
          </a:p>
          <a:p>
            <a:r>
              <a:rPr lang="de-DE" dirty="0"/>
              <a:t>Gemeinsamer </a:t>
            </a:r>
            <a:r>
              <a:rPr lang="de-DE" dirty="0" err="1"/>
              <a:t>Walkthrough</a:t>
            </a:r>
            <a:r>
              <a:rPr lang="de-DE" dirty="0"/>
              <a:t> </a:t>
            </a:r>
            <a:r>
              <a:rPr lang="de-DE"/>
              <a:t>– Tutorial</a:t>
            </a:r>
          </a:p>
        </p:txBody>
      </p:sp>
    </p:spTree>
    <p:extLst>
      <p:ext uri="{BB962C8B-B14F-4D97-AF65-F5344CB8AC3E}">
        <p14:creationId xmlns:p14="http://schemas.microsoft.com/office/powerpoint/2010/main" val="1588372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202</Words>
  <Application>Microsoft Macintosh PowerPoint</Application>
  <PresentationFormat>Breitbild</PresentationFormat>
  <Paragraphs>40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Python</vt:lpstr>
      <vt:lpstr>Agenda</vt:lpstr>
      <vt:lpstr>Intro</vt:lpstr>
      <vt:lpstr>Deklaration</vt:lpstr>
      <vt:lpstr>Styleguide</vt:lpstr>
      <vt:lpstr>reStructuredText (reST)</vt:lpstr>
      <vt:lpstr>Tools</vt:lpstr>
      <vt:lpstr>Sphinx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57</cp:revision>
  <dcterms:created xsi:type="dcterms:W3CDTF">2021-11-18T12:30:48Z</dcterms:created>
  <dcterms:modified xsi:type="dcterms:W3CDTF">2021-12-12T11:47:14Z</dcterms:modified>
</cp:coreProperties>
</file>