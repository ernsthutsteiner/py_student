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0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5878"/>
  </p:normalViewPr>
  <p:slideViewPr>
    <p:cSldViewPr snapToGrid="0" snapToObjects="1">
      <p:cViewPr varScale="1">
        <p:scale>
          <a:sx n="90" d="100"/>
          <a:sy n="90" d="100"/>
        </p:scale>
        <p:origin x="23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5 – Funktionen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Funktionen</a:t>
            </a:r>
          </a:p>
          <a:p>
            <a:r>
              <a:rPr lang="de-DE" dirty="0"/>
              <a:t>Lambda</a:t>
            </a:r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552A3-0004-C940-8F25-616606C6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766382-934A-B14D-813B-2E35B24DC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Sind Code-Blöcke die nur bei Aufruf ausgeführt werden</a:t>
            </a:r>
          </a:p>
          <a:p>
            <a:r>
              <a:rPr lang="de-DE" dirty="0"/>
              <a:t>Helfen redundanten Code zu vermeiden</a:t>
            </a:r>
          </a:p>
          <a:p>
            <a:r>
              <a:rPr lang="de-DE" dirty="0"/>
              <a:t>Sparen Programmierarbeit</a:t>
            </a:r>
          </a:p>
          <a:p>
            <a:r>
              <a:rPr lang="de-DE" dirty="0"/>
              <a:t>Machen Code übersichtlicher und wartbarer</a:t>
            </a:r>
          </a:p>
          <a:p>
            <a:r>
              <a:rPr lang="de-DE" dirty="0"/>
              <a:t>Schlüsselbegriff „</a:t>
            </a:r>
            <a:r>
              <a:rPr lang="de-DE" dirty="0" err="1"/>
              <a:t>def</a:t>
            </a:r>
            <a:r>
              <a:rPr lang="de-DE" dirty="0"/>
              <a:t>“ gefolgt von:</a:t>
            </a:r>
          </a:p>
          <a:p>
            <a:pPr lvl="1"/>
            <a:r>
              <a:rPr lang="de-DE" dirty="0"/>
              <a:t>Funktionsnamen</a:t>
            </a:r>
          </a:p>
          <a:p>
            <a:pPr lvl="1"/>
            <a:r>
              <a:rPr lang="de-DE" dirty="0"/>
              <a:t>()</a:t>
            </a:r>
          </a:p>
          <a:p>
            <a:pPr lvl="1"/>
            <a:r>
              <a:rPr lang="de-DE" dirty="0"/>
              <a:t>: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79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D88BE-8EF0-9449-BB4A-A4D0B46B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 ff.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01E5F-C182-3647-A584-96C9FA598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Informationen die an Funktionen übergeben werden sind „Argumente“</a:t>
            </a:r>
          </a:p>
          <a:p>
            <a:r>
              <a:rPr lang="de-DE" dirty="0"/>
              <a:t>Arguments werden oft nur „</a:t>
            </a:r>
            <a:r>
              <a:rPr lang="de-DE" dirty="0" err="1"/>
              <a:t>args</a:t>
            </a:r>
            <a:r>
              <a:rPr lang="de-DE" dirty="0"/>
              <a:t>“ abgekürzt</a:t>
            </a:r>
          </a:p>
          <a:p>
            <a:r>
              <a:rPr lang="de-DE" dirty="0"/>
              <a:t>Parameter oder Argument?</a:t>
            </a:r>
          </a:p>
          <a:p>
            <a:pPr lvl="1"/>
            <a:r>
              <a:rPr lang="de-DE" dirty="0"/>
              <a:t>Werden oft für das selbe verwendet</a:t>
            </a:r>
          </a:p>
          <a:p>
            <a:pPr lvl="1"/>
            <a:r>
              <a:rPr lang="de-DE" dirty="0"/>
              <a:t>Aus Sicht der Funktion:</a:t>
            </a:r>
          </a:p>
          <a:p>
            <a:pPr lvl="2"/>
            <a:r>
              <a:rPr lang="de-DE" dirty="0"/>
              <a:t>Der Parameter ist der Wert innerhalb der () einer Funktion</a:t>
            </a:r>
          </a:p>
          <a:p>
            <a:pPr lvl="2"/>
            <a:r>
              <a:rPr lang="de-DE" dirty="0"/>
              <a:t>Das Argument ist der Wert der übergeben wird, wenn die Funktion aufgerufen wird</a:t>
            </a:r>
          </a:p>
        </p:txBody>
      </p:sp>
    </p:spTree>
    <p:extLst>
      <p:ext uri="{BB962C8B-B14F-4D97-AF65-F5344CB8AC3E}">
        <p14:creationId xmlns:p14="http://schemas.microsoft.com/office/powerpoint/2010/main" val="231529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4AEE0-80E0-344C-BBD6-A0CB9A99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 - </a:t>
            </a:r>
            <a:r>
              <a:rPr lang="de-DE" dirty="0" err="1"/>
              <a:t>Arbitrary</a:t>
            </a:r>
            <a:r>
              <a:rPr lang="de-DE" dirty="0"/>
              <a:t> Arguments, *</a:t>
            </a:r>
            <a:r>
              <a:rPr lang="de-DE" dirty="0" err="1"/>
              <a:t>args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9DB786-9E37-0348-B3D2-2AC52C97E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Arbitrary</a:t>
            </a:r>
            <a:r>
              <a:rPr lang="de-DE" dirty="0"/>
              <a:t> = willkürlich =&gt; keine Ahnung wie viele</a:t>
            </a:r>
          </a:p>
          <a:p>
            <a:r>
              <a:rPr lang="de-DE" dirty="0"/>
              <a:t>Dann stellen wir ein „*“ vor den Parameternamen</a:t>
            </a:r>
          </a:p>
          <a:p>
            <a:r>
              <a:rPr lang="de-DE" dirty="0"/>
              <a:t>...so erhält die Funktion ein Tupel an Argumenten</a:t>
            </a:r>
          </a:p>
        </p:txBody>
      </p:sp>
    </p:spTree>
    <p:extLst>
      <p:ext uri="{BB962C8B-B14F-4D97-AF65-F5344CB8AC3E}">
        <p14:creationId xmlns:p14="http://schemas.microsoft.com/office/powerpoint/2010/main" val="95990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B39CA0-7A57-3C45-8499-48891851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Lambda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7CF550-402C-EB4B-A979-8E87A8BF9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Lambda Funktionen sind kleine, leichtgewichtige, anonyme Funktionen</a:t>
            </a:r>
          </a:p>
          <a:p>
            <a:r>
              <a:rPr lang="de-DE" dirty="0"/>
              <a:t>Sie können eine beliebige Anzahl von Argumenten verarbeiten, jedoch nur einen </a:t>
            </a:r>
            <a:r>
              <a:rPr lang="de-DE"/>
              <a:t>einzigen Ausdruck haben</a:t>
            </a:r>
          </a:p>
        </p:txBody>
      </p:sp>
    </p:spTree>
    <p:extLst>
      <p:ext uri="{BB962C8B-B14F-4D97-AF65-F5344CB8AC3E}">
        <p14:creationId xmlns:p14="http://schemas.microsoft.com/office/powerpoint/2010/main" val="176262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crophone with stage lights">
            <a:extLst>
              <a:ext uri="{FF2B5EF4-FFF2-40B4-BE49-F238E27FC236}">
                <a16:creationId xmlns:a16="http://schemas.microsoft.com/office/drawing/2014/main" id="{733C0CE1-94E1-43D2-B108-57FD7BAD60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89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23401-FD14-284B-9F31-0FC7B9AA0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060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163</Words>
  <Application>Microsoft Macintosh PowerPoint</Application>
  <PresentationFormat>Breitbild</PresentationFormat>
  <Paragraphs>32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Python</vt:lpstr>
      <vt:lpstr>Agenda</vt:lpstr>
      <vt:lpstr>Funktionen</vt:lpstr>
      <vt:lpstr>Funktionen ff.</vt:lpstr>
      <vt:lpstr>Funktionen - Arbitrary Arguments, *args</vt:lpstr>
      <vt:lpstr>Lambda</vt:lpstr>
      <vt:lpstr>Demo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21</cp:revision>
  <dcterms:created xsi:type="dcterms:W3CDTF">2021-11-18T12:30:48Z</dcterms:created>
  <dcterms:modified xsi:type="dcterms:W3CDTF">2021-12-11T09:10:21Z</dcterms:modified>
</cp:coreProperties>
</file>