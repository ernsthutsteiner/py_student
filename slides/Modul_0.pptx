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4" r:id="rId6"/>
    <p:sldId id="266" r:id="rId7"/>
    <p:sldId id="265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78"/>
    <p:restoredTop sz="95909"/>
  </p:normalViewPr>
  <p:slideViewPr>
    <p:cSldViewPr snapToGrid="0" snapToObjects="1">
      <p:cViewPr varScale="1">
        <p:scale>
          <a:sx n="92" d="100"/>
          <a:sy n="92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14897D-11E6-7D4C-B0FA-99BB61280336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91405-EF3B-5B49-8BB8-A0EAC62FFB5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8916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test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556A0F-68D2-4F3C-9BDF-1192943450A5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74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186116-93FF-A045-A9B0-68E6E967F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3828" y="225108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FFB516-B0AE-1242-A23C-0BBB531D6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3827" y="491175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pic>
        <p:nvPicPr>
          <p:cNvPr id="1026" name="Picture 2" descr="Logo Hutsteiner">
            <a:extLst>
              <a:ext uri="{FF2B5EF4-FFF2-40B4-BE49-F238E27FC236}">
                <a16:creationId xmlns:a16="http://schemas.microsoft.com/office/drawing/2014/main" id="{BE78DB82-B139-294B-8D3E-1C811E067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181719"/>
            <a:ext cx="3505200" cy="168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410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84A64-7DB3-F14D-AA4D-CEF0DB99B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6E3EE2-EED0-0643-A8E4-A395DCE9E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930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1891A6-1040-3E4D-836B-F1F353E5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F74BC7-64B2-5843-8E42-16B61F400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972943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FFCF6E-81C4-5A4B-82FC-CB7E649D2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837C5E-E331-6B47-A91C-8C7E352487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E8028B-2428-5A4D-A146-D067D2C83F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243365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DB1A62-BAD3-1F4D-88FE-C1FD0E4D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1E0E73-BC58-7A44-9C75-05B86F127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D3F928E-1434-0C4E-8793-1AE067406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258AC5-3709-BF4D-9329-1B865490C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2B4586-A3D7-D947-84A5-6D5D7E330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95171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DB432D-F227-004B-8770-A22BC2AF0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3234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26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01997A-0791-154A-9E2F-B9293088B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43DD00-1418-6D4E-91AB-F33F1190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25765E-48CC-7542-9B12-A6AE7AA19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20187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80E643-3527-FE40-B649-80A474C43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43087FD-F37C-A84A-8F19-FBB5DEAD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95DACED-209B-EF47-8699-021D04DBCE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69178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C6989-866D-F547-9896-7B152526F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B40596C-A566-DA40-883B-341B3B34DC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438F8E-9CB3-0745-9002-A4B864E1C4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C31CDFB-673C-274D-887A-D3A635982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0315F2-3BD2-F740-B4C2-F14A64E08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314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A97D076-7EA9-A54C-B9C3-AEBFF936C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64263DF-7DD5-4947-888C-47A5ACB85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CC8D204-5B9B-144F-B41E-F3746DDE17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D0D82E-F8E4-EC47-AA45-DF03A03FEFF2}" type="datetimeFigureOut">
              <a:rPr lang="de-DE" smtClean="0"/>
              <a:t>12.12.21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FCC5704-166B-654C-B613-0A04CFA0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0B8B9-8DE3-C342-B585-942E2ECBB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0A7D22-5453-544E-9D10-7214895384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61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CAB6531-9149-0442-9B18-742EF22636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698A33-CEB5-AC4C-85A5-7120DDC2C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2F2CD9-1E7B-104D-A63A-F776B5082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A5B110C5-47C5-814C-BC26-0AD16EE698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058525" y="6221095"/>
            <a:ext cx="1019175" cy="543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424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BFF56F-811A-9C45-B747-C608AC34A6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de-DE"/>
              <a:t>Python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95B9449-3F89-8745-911C-3EC89A8CC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de-DE"/>
              <a:t>Basiswissen</a:t>
            </a:r>
            <a:br>
              <a:rPr lang="de-DE"/>
            </a:br>
            <a:r>
              <a:rPr lang="de-DE"/>
              <a:t>Modul 0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023CFE7-7AB5-4F4D-8603-1FF9C42D5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791" y="3519513"/>
            <a:ext cx="4826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370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Einer in der Menge">
            <a:extLst>
              <a:ext uri="{FF2B5EF4-FFF2-40B4-BE49-F238E27FC236}">
                <a16:creationId xmlns:a16="http://schemas.microsoft.com/office/drawing/2014/main" id="{E379378E-15B6-4F3C-AD8A-839C376C61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436"/>
          <a:stretch/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B070395-6FF8-D341-A227-652379649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dirty="0" err="1">
                <a:solidFill>
                  <a:schemeClr val="tx1"/>
                </a:solidFill>
              </a:rPr>
              <a:t>Willkommen</a:t>
            </a:r>
            <a:endParaRPr lang="en-US" sz="5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87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F93B326-3761-4BBD-9625-61CA2DFA8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01" y="1449161"/>
            <a:ext cx="3296368" cy="3386503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AAD2DA3-17C3-4F99-AE56-4D38DFF43DFA}"/>
              </a:ext>
            </a:extLst>
          </p:cNvPr>
          <p:cNvSpPr/>
          <p:nvPr/>
        </p:nvSpPr>
        <p:spPr>
          <a:xfrm>
            <a:off x="4635219" y="1486555"/>
            <a:ext cx="3296368" cy="3350623"/>
          </a:xfrm>
          <a:prstGeom prst="rect">
            <a:avLst/>
          </a:prstGeom>
          <a:solidFill>
            <a:srgbClr val="00A1C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Ernst Hutsteiner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Hutsteiner IT-Services GmbH</a:t>
            </a:r>
          </a:p>
          <a:p>
            <a:pPr algn="ctr"/>
            <a:endParaRPr lang="de-DE" dirty="0"/>
          </a:p>
          <a:p>
            <a:pPr algn="ctr"/>
            <a:r>
              <a:rPr lang="de-DE" dirty="0"/>
              <a:t>ernsth@hutsteiner.de</a:t>
            </a:r>
          </a:p>
          <a:p>
            <a:pPr algn="ctr"/>
            <a:r>
              <a:rPr lang="de-DE" dirty="0"/>
              <a:t>www.hutsteiner.de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99E0D5D-481F-41FD-941A-304D391B8C7B}"/>
              </a:ext>
            </a:extLst>
          </p:cNvPr>
          <p:cNvSpPr/>
          <p:nvPr/>
        </p:nvSpPr>
        <p:spPr>
          <a:xfrm>
            <a:off x="8512006" y="1486555"/>
            <a:ext cx="3359397" cy="3349109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29 Jahre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Zuhause im Data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Ex-</a:t>
            </a:r>
            <a:r>
              <a:rPr lang="de-DE" dirty="0" err="1"/>
              <a:t>Microsoftie</a:t>
            </a:r>
            <a:endParaRPr lang="de-DE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0699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E066E1-0F4A-4BA8-953E-A52214DD0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Kurszeiten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076F04A-245F-4735-9F6D-3C8F684E7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9 bis 16 Uhr</a:t>
            </a:r>
          </a:p>
          <a:p>
            <a:r>
              <a:rPr lang="de-DE" dirty="0"/>
              <a:t>1h Mittagspause</a:t>
            </a:r>
          </a:p>
          <a:p>
            <a:r>
              <a:rPr lang="de-DE" dirty="0"/>
              <a:t>Sehr regelmäßige Pausen, da online Schulung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3176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Über</a:t>
            </a:r>
            <a:r>
              <a:rPr lang="en-US" dirty="0"/>
              <a:t> Sie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Ihr</a:t>
            </a:r>
            <a:r>
              <a:rPr lang="en-US" dirty="0"/>
              <a:t> Name?</a:t>
            </a:r>
          </a:p>
          <a:p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Erfahrung</a:t>
            </a:r>
            <a:r>
              <a:rPr lang="en-US" dirty="0"/>
              <a:t> </a:t>
            </a:r>
            <a:r>
              <a:rPr lang="en-US" dirty="0" err="1"/>
              <a:t>mit</a:t>
            </a:r>
            <a:r>
              <a:rPr lang="en-US" dirty="0"/>
              <a:t> Python und </a:t>
            </a:r>
            <a:r>
              <a:rPr lang="en-US" dirty="0" err="1"/>
              <a:t>anderen</a:t>
            </a:r>
            <a:r>
              <a:rPr lang="en-US" dirty="0"/>
              <a:t> </a:t>
            </a:r>
            <a:r>
              <a:rPr lang="en-US" dirty="0" err="1"/>
              <a:t>Sprachen</a:t>
            </a:r>
            <a:endParaRPr lang="en-US" dirty="0"/>
          </a:p>
          <a:p>
            <a:r>
              <a:rPr lang="en-US" dirty="0" err="1"/>
              <a:t>Ihre</a:t>
            </a:r>
            <a:r>
              <a:rPr lang="en-US" dirty="0"/>
              <a:t> </a:t>
            </a:r>
            <a:r>
              <a:rPr lang="en-US" dirty="0" err="1"/>
              <a:t>Erwartung</a:t>
            </a:r>
            <a:r>
              <a:rPr lang="en-US" dirty="0"/>
              <a:t> an </a:t>
            </a:r>
            <a:r>
              <a:rPr lang="en-US" dirty="0" err="1"/>
              <a:t>diesen</a:t>
            </a:r>
            <a:r>
              <a:rPr lang="en-US" dirty="0"/>
              <a:t> </a:t>
            </a:r>
            <a:r>
              <a:rPr lang="en-US" dirty="0" err="1"/>
              <a:t>Kurs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61030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CB5B3-65F3-CF4E-BCA1-C0BA97832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Voraussetzungen für dieses 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562E16-131A-A04D-994B-CFB8F299B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Windows (10+ bzw. </a:t>
            </a:r>
            <a:r>
              <a:rPr lang="de-DE" dirty="0" err="1"/>
              <a:t>Srv</a:t>
            </a:r>
            <a:r>
              <a:rPr lang="de-DE" dirty="0"/>
              <a:t>. 2016+) oder Mac OS</a:t>
            </a:r>
          </a:p>
          <a:p>
            <a:r>
              <a:rPr lang="de-DE" dirty="0"/>
              <a:t>Visual Studio Code (</a:t>
            </a:r>
            <a:r>
              <a:rPr lang="de-DE" dirty="0">
                <a:hlinkClick r:id="rId2"/>
              </a:rPr>
              <a:t>https://code.visualstudio.com/download</a:t>
            </a:r>
            <a:r>
              <a:rPr lang="de-DE" dirty="0"/>
              <a:t>)</a:t>
            </a:r>
          </a:p>
          <a:p>
            <a:r>
              <a:rPr lang="de-DE" dirty="0"/>
              <a:t>Python 3.x (</a:t>
            </a:r>
            <a:r>
              <a:rPr lang="de-DE" dirty="0">
                <a:hlinkClick r:id="rId3"/>
              </a:rPr>
              <a:t>https://www.python.org/</a:t>
            </a:r>
            <a:r>
              <a:rPr lang="de-DE" dirty="0"/>
              <a:t>)</a:t>
            </a:r>
          </a:p>
          <a:p>
            <a:r>
              <a:rPr lang="de-DE" dirty="0"/>
              <a:t>Mut zum Lab! (es gibt nichts Gutes es sein denn man tut es)</a:t>
            </a:r>
          </a:p>
          <a:p>
            <a:r>
              <a:rPr lang="de-DE" dirty="0"/>
              <a:t>Motivation </a:t>
            </a:r>
            <a:r>
              <a:rPr lang="de-DE" dirty="0">
                <a:sym typeface="Wingdings" pitchFamily="2" charset="2"/>
              </a:rPr>
              <a:t>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7158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4AEAAA-B96C-45D1-8AAB-D9C4670FF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Kursmodule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5086E5-D30D-B64D-BD65-18D7138D8F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r>
              <a:rPr lang="de-DE" sz="1700"/>
              <a:t>M0 - Intro</a:t>
            </a:r>
          </a:p>
          <a:p>
            <a:r>
              <a:rPr lang="de-DE" sz="1700"/>
              <a:t>M1 -  Erste Schritte, Einrichtung, Variablen</a:t>
            </a:r>
          </a:p>
          <a:p>
            <a:r>
              <a:rPr lang="de-DE" sz="1700"/>
              <a:t>M2 - Listen, Dictianaries, Tupel, Set, List Comprehension, Generatoren</a:t>
            </a:r>
          </a:p>
          <a:p>
            <a:r>
              <a:rPr lang="de-DE" sz="1700"/>
              <a:t>M3 - if…elif…else</a:t>
            </a:r>
          </a:p>
          <a:p>
            <a:r>
              <a:rPr lang="de-DE" sz="1700"/>
              <a:t>M4 - While, for, iterables, itertools</a:t>
            </a:r>
          </a:p>
          <a:p>
            <a:r>
              <a:rPr lang="de-DE" sz="1700"/>
              <a:t>M-   Module</a:t>
            </a:r>
          </a:p>
          <a:p>
            <a:r>
              <a:rPr lang="de-DE" sz="1700"/>
              <a:t>M5 - functions, lamda</a:t>
            </a:r>
          </a:p>
          <a:p>
            <a:r>
              <a:rPr lang="de-DE" sz="1700"/>
              <a:t>M6 - Klassen, Vererbung, Dekorateure</a:t>
            </a:r>
          </a:p>
          <a:p>
            <a:endParaRPr lang="de-DE" sz="17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1F94573-3B9A-764A-BB43-911065D918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r>
              <a:rPr lang="de-DE" sz="2000" dirty="0"/>
              <a:t>M7 - </a:t>
            </a:r>
            <a:r>
              <a:rPr lang="de-DE" sz="2000" dirty="0" err="1"/>
              <a:t>Exception</a:t>
            </a:r>
            <a:r>
              <a:rPr lang="de-DE" sz="2000" dirty="0"/>
              <a:t> Handling</a:t>
            </a:r>
          </a:p>
          <a:p>
            <a:r>
              <a:rPr lang="de-DE" sz="2000" dirty="0"/>
              <a:t>M8 - __</a:t>
            </a:r>
            <a:r>
              <a:rPr lang="de-DE" sz="2000" dirty="0" err="1"/>
              <a:t>main</a:t>
            </a:r>
            <a:r>
              <a:rPr lang="de-DE" sz="2000" dirty="0"/>
              <a:t>__</a:t>
            </a:r>
          </a:p>
          <a:p>
            <a:r>
              <a:rPr lang="de-DE" sz="2000" dirty="0"/>
              <a:t>M9 - </a:t>
            </a:r>
            <a:r>
              <a:rPr lang="de-DE" sz="2000" dirty="0" err="1"/>
              <a:t>docstring</a:t>
            </a:r>
            <a:r>
              <a:rPr lang="de-DE" sz="2000" dirty="0"/>
              <a:t>, </a:t>
            </a:r>
            <a:r>
              <a:rPr lang="de-DE" sz="2000" dirty="0" err="1"/>
              <a:t>pydoc</a:t>
            </a:r>
            <a:r>
              <a:rPr lang="de-DE" sz="2000" dirty="0"/>
              <a:t>, Dokumentation</a:t>
            </a:r>
          </a:p>
          <a:p>
            <a:r>
              <a:rPr lang="de-DE" sz="2000" dirty="0"/>
              <a:t>M -   Code Organisation</a:t>
            </a:r>
          </a:p>
          <a:p>
            <a:r>
              <a:rPr lang="de-DE" sz="2000" dirty="0"/>
              <a:t>M10 - Dateioperationen</a:t>
            </a:r>
          </a:p>
          <a:p>
            <a:r>
              <a:rPr lang="de-DE" sz="2000" dirty="0"/>
              <a:t>M - Pandas</a:t>
            </a:r>
          </a:p>
          <a:p>
            <a:r>
              <a:rPr lang="de-DE" sz="2000" dirty="0"/>
              <a:t>M11 - SQL</a:t>
            </a:r>
          </a:p>
          <a:p>
            <a:r>
              <a:rPr lang="de-DE" sz="2000" dirty="0"/>
              <a:t>M12 - Unit Tests</a:t>
            </a:r>
          </a:p>
          <a:p>
            <a:r>
              <a:rPr lang="de-DE" sz="2000" dirty="0"/>
              <a:t>M13 - Multithreading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04334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88A71F66-A729-BF48-831C-AEEAED2F839F}" vid="{93FA19C9-1BF1-AA44-9D34-49AD4FDE893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218</Words>
  <Application>Microsoft Macintosh PowerPoint</Application>
  <PresentationFormat>Breitbild</PresentationFormat>
  <Paragraphs>46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Python</vt:lpstr>
      <vt:lpstr>Willkommen</vt:lpstr>
      <vt:lpstr>PowerPoint-Präsentation</vt:lpstr>
      <vt:lpstr>Kurszeiten</vt:lpstr>
      <vt:lpstr>Über Sie </vt:lpstr>
      <vt:lpstr>Voraussetzungen für dieses Training</vt:lpstr>
      <vt:lpstr>Kursmodule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Ernst Hutsteiner</dc:creator>
  <cp:lastModifiedBy>Ernst Hutsteiner</cp:lastModifiedBy>
  <cp:revision>7</cp:revision>
  <dcterms:created xsi:type="dcterms:W3CDTF">2021-11-18T12:30:48Z</dcterms:created>
  <dcterms:modified xsi:type="dcterms:W3CDTF">2021-12-13T08:32:38Z</dcterms:modified>
</cp:coreProperties>
</file>