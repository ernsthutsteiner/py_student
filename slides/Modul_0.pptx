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62" r:id="rId4"/>
    <p:sldId id="263" r:id="rId5"/>
    <p:sldId id="264" r:id="rId6"/>
    <p:sldId id="266" r:id="rId7"/>
    <p:sldId id="265" r:id="rId8"/>
    <p:sldId id="267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1012"/>
    <p:restoredTop sz="95909"/>
  </p:normalViewPr>
  <p:slideViewPr>
    <p:cSldViewPr snapToGrid="0" snapToObjects="1">
      <p:cViewPr varScale="1">
        <p:scale>
          <a:sx n="92" d="100"/>
          <a:sy n="92" d="100"/>
        </p:scale>
        <p:origin x="6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14897D-11E6-7D4C-B0FA-99BB61280336}" type="datetimeFigureOut">
              <a:rPr lang="de-DE" smtClean="0"/>
              <a:t>20.12.21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591405-EF3B-5B49-8BB8-A0EAC62FFB5F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89160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/>
              <a:t>test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E556A0F-68D2-4F3C-9BDF-1192943450A5}" type="slidenum">
              <a:rPr lang="de-DE" smtClean="0"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77473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F186116-93FF-A045-A9B0-68E6E967F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828" y="2251082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FFB516-B0AE-1242-A23C-0BBB531D65D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827" y="4911751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pic>
        <p:nvPicPr>
          <p:cNvPr id="1026" name="Picture 2" descr="Logo Hutsteiner">
            <a:extLst>
              <a:ext uri="{FF2B5EF4-FFF2-40B4-BE49-F238E27FC236}">
                <a16:creationId xmlns:a16="http://schemas.microsoft.com/office/drawing/2014/main" id="{BE78DB82-B139-294B-8D3E-1C811E067D44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9625" y="181719"/>
            <a:ext cx="3505200" cy="1688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024101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E84A64-7DB3-F14D-AA4D-CEF0DB99B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A6E3EE2-EED0-0643-A8E4-A395DCE9E8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1793042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1891A6-1040-3E4D-836B-F1F353E51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9F74BC7-64B2-5843-8E42-16B61F4009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39729433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5FFCF6E-81C4-5A4B-82FC-CB7E649D2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2837C5E-E331-6B47-A91C-8C7E3524875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EE8028B-2428-5A4D-A146-D067D2C83F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424336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9DB1A62-BAD3-1F4D-88FE-C1FD0E4DA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31E0E73-BC58-7A44-9C75-05B86F127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ED3F928E-1434-0C4E-8793-1AE067406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1258AC5-3709-BF4D-9329-1B865490C1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922B4586-A3D7-D947-84A5-6D5D7E3308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</p:spTree>
    <p:extLst>
      <p:ext uri="{BB962C8B-B14F-4D97-AF65-F5344CB8AC3E}">
        <p14:creationId xmlns:p14="http://schemas.microsoft.com/office/powerpoint/2010/main" val="39517114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DB432D-F227-004B-8770-A22BC2AF0C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032348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222697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01997A-0791-154A-9E2F-B9293088B5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E43DD00-1418-6D4E-91AB-F33F1190C6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925765E-48CC-7542-9B12-A6AE7AA19F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820187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580E643-3527-FE40-B649-80A474C43A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A43087FD-F37C-A84A-8F19-FBB5DEAD52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F95DACED-209B-EF47-8699-021D04DBCE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1691780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DC6989-866D-F547-9896-7B152526F7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B40596C-A566-DA40-883B-341B3B34DC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D1438F8E-9CB3-0745-9002-A4B864E1C4A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D0D82E-F8E4-EC47-AA45-DF03A03FEFF2}" type="datetimeFigureOut">
              <a:rPr lang="de-DE" smtClean="0"/>
              <a:t>20.12.21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C31CDFB-673C-274D-887A-D3A635982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70315F2-3BD2-F740-B4C2-F14A64E08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D0A7D22-5453-544E-9D10-7214895384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033143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7A97D076-7EA9-A54C-B9C3-AEBFF936C9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A64263DF-7DD5-4947-888C-47A5ACB85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5CC8D204-5B9B-144F-B41E-F3746DDE171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E9D0D82E-F8E4-EC47-AA45-DF03A03FEFF2}" type="datetimeFigureOut">
              <a:rPr lang="de-DE" smtClean="0"/>
              <a:t>20.12.21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CC5704-166B-654C-B613-0A04CFA06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9A0B8B9-8DE3-C342-B585-942E2ECBBC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9D0A7D22-5453-544E-9D10-72148953843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8812613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tiff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hteck 6">
            <a:extLst>
              <a:ext uri="{FF2B5EF4-FFF2-40B4-BE49-F238E27FC236}">
                <a16:creationId xmlns:a16="http://schemas.microsoft.com/office/drawing/2014/main" id="{4CAB6531-9149-0442-9B18-742EF2263668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57698A33-CEB5-AC4C-85A5-7120DDC2C7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002F2CD9-1E7B-104D-A63A-F776B50829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5B110C5-47C5-814C-BC26-0AD16EE69849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058525" y="6221095"/>
            <a:ext cx="1019175" cy="543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84240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baseline="0">
          <a:solidFill>
            <a:schemeClr val="bg1">
              <a:lumMod val="9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 baseline="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 baseline="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 baseline="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 baseline="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thon.org/" TargetMode="External"/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EBFF56F-811A-9C45-B747-C608AC34A68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de-DE"/>
              <a:t>Python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395B9449-3F89-8745-911C-3EC89A8CC16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lang="de-DE"/>
              <a:t>Basiswissen</a:t>
            </a:r>
            <a:br>
              <a:rPr lang="de-DE"/>
            </a:br>
            <a:r>
              <a:rPr lang="de-DE"/>
              <a:t>Modul 0</a:t>
            </a:r>
            <a:endParaRPr lang="de-DE" dirty="0"/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023CFE7-7AB5-4F4D-8603-1FF9C42D5B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2791" y="3519513"/>
            <a:ext cx="4826000" cy="304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4370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CC07320-C2CA-4E29-8481-9D9E143C77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Einer in der Menge">
            <a:extLst>
              <a:ext uri="{FF2B5EF4-FFF2-40B4-BE49-F238E27FC236}">
                <a16:creationId xmlns:a16="http://schemas.microsoft.com/office/drawing/2014/main" id="{E379378E-15B6-4F3C-AD8A-839C376C61B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436"/>
          <a:stretch/>
        </p:blipFill>
        <p:spPr>
          <a:xfrm>
            <a:off x="2522358" y="10"/>
            <a:ext cx="9669642" cy="685799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178FB36B-5BFE-42CA-BC60-1115E0D95E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7066978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4B070395-6FF8-D341-A227-652379649B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2228" y="743447"/>
            <a:ext cx="3973385" cy="3692028"/>
          </a:xfrm>
          <a:noFill/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200" dirty="0" err="1">
                <a:solidFill>
                  <a:schemeClr val="tx1"/>
                </a:solidFill>
              </a:rPr>
              <a:t>Willkommen</a:t>
            </a:r>
            <a:endParaRPr lang="en-US" sz="5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58740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DF93B326-3761-4BBD-9625-61CA2DFA89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601" y="1449161"/>
            <a:ext cx="3296368" cy="3386503"/>
          </a:xfrm>
          <a:prstGeom prst="rect">
            <a:avLst/>
          </a:prstGeom>
        </p:spPr>
      </p:pic>
      <p:sp>
        <p:nvSpPr>
          <p:cNvPr id="6" name="Rechteck 5">
            <a:extLst>
              <a:ext uri="{FF2B5EF4-FFF2-40B4-BE49-F238E27FC236}">
                <a16:creationId xmlns:a16="http://schemas.microsoft.com/office/drawing/2014/main" id="{8AAD2DA3-17C3-4F99-AE56-4D38DFF43DFA}"/>
              </a:ext>
            </a:extLst>
          </p:cNvPr>
          <p:cNvSpPr/>
          <p:nvPr/>
        </p:nvSpPr>
        <p:spPr>
          <a:xfrm>
            <a:off x="4635219" y="1486555"/>
            <a:ext cx="3296368" cy="3350623"/>
          </a:xfrm>
          <a:prstGeom prst="rect">
            <a:avLst/>
          </a:prstGeom>
          <a:solidFill>
            <a:srgbClr val="00A1CD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dirty="0"/>
              <a:t>Ernst Hutsteiner</a:t>
            </a:r>
          </a:p>
          <a:p>
            <a:pPr algn="ctr"/>
            <a:endParaRPr lang="de-DE" dirty="0"/>
          </a:p>
          <a:p>
            <a:pPr algn="ctr"/>
            <a:r>
              <a:rPr lang="de-DE" dirty="0"/>
              <a:t>Hutsteiner IT-Services GmbH</a:t>
            </a:r>
          </a:p>
          <a:p>
            <a:pPr algn="ctr"/>
            <a:endParaRPr lang="de-DE" dirty="0"/>
          </a:p>
          <a:p>
            <a:pPr algn="ctr"/>
            <a:r>
              <a:rPr lang="de-DE" dirty="0"/>
              <a:t>ernsth@hutsteiner.de</a:t>
            </a:r>
          </a:p>
          <a:p>
            <a:pPr algn="ctr"/>
            <a:r>
              <a:rPr lang="de-DE" dirty="0"/>
              <a:t>www.hutsteiner.de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399E0D5D-481F-41FD-941A-304D391B8C7B}"/>
              </a:ext>
            </a:extLst>
          </p:cNvPr>
          <p:cNvSpPr/>
          <p:nvPr/>
        </p:nvSpPr>
        <p:spPr>
          <a:xfrm>
            <a:off x="8512006" y="1486555"/>
            <a:ext cx="3359397" cy="3349109"/>
          </a:xfrm>
          <a:prstGeom prst="rect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29 Jahre IT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Zuhause im Data Engineering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de-DE" dirty="0"/>
              <a:t>Ex-</a:t>
            </a:r>
            <a:r>
              <a:rPr lang="de-DE" dirty="0" err="1"/>
              <a:t>Microsoftie</a:t>
            </a:r>
            <a:endParaRPr lang="de-DE" dirty="0"/>
          </a:p>
          <a:p>
            <a:pPr marL="285750" indent="-285750" algn="ctr">
              <a:buFont typeface="Arial" panose="020B0604020202020204" pitchFamily="34" charset="0"/>
              <a:buChar char="•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069952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7E066E1-0F4A-4BA8-953E-A52214DD0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Kurszeiten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76F04A-245F-4735-9F6D-3C8F684E7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9 bis 16 Uhr</a:t>
            </a:r>
          </a:p>
          <a:p>
            <a:r>
              <a:rPr lang="de-DE" dirty="0"/>
              <a:t>1h Mittagspause</a:t>
            </a:r>
          </a:p>
          <a:p>
            <a:r>
              <a:rPr lang="de-DE" dirty="0"/>
              <a:t>Sehr regelmäßige Pausen, da online Schulung</a:t>
            </a:r>
          </a:p>
          <a:p>
            <a:pPr marL="0" indent="0">
              <a:buNone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13176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Über</a:t>
            </a:r>
            <a:r>
              <a:rPr lang="en-US" dirty="0"/>
              <a:t> Sie	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Ihr</a:t>
            </a:r>
            <a:r>
              <a:rPr lang="en-US" dirty="0"/>
              <a:t> Name?</a:t>
            </a:r>
          </a:p>
          <a:p>
            <a:r>
              <a:rPr lang="en-US" dirty="0" err="1"/>
              <a:t>Ihre</a:t>
            </a:r>
            <a:r>
              <a:rPr lang="en-US" dirty="0"/>
              <a:t> </a:t>
            </a:r>
            <a:r>
              <a:rPr lang="en-US" dirty="0" err="1"/>
              <a:t>Erfahrung</a:t>
            </a:r>
            <a:r>
              <a:rPr lang="en-US" dirty="0"/>
              <a:t> </a:t>
            </a:r>
            <a:r>
              <a:rPr lang="en-US" dirty="0" err="1"/>
              <a:t>mit</a:t>
            </a:r>
            <a:r>
              <a:rPr lang="en-US" dirty="0"/>
              <a:t> Python und </a:t>
            </a:r>
            <a:r>
              <a:rPr lang="en-US" dirty="0" err="1"/>
              <a:t>anderen</a:t>
            </a:r>
            <a:r>
              <a:rPr lang="en-US" dirty="0"/>
              <a:t> </a:t>
            </a:r>
            <a:r>
              <a:rPr lang="en-US" dirty="0" err="1"/>
              <a:t>Sprachen</a:t>
            </a:r>
            <a:endParaRPr lang="en-US" dirty="0"/>
          </a:p>
          <a:p>
            <a:r>
              <a:rPr lang="en-US" dirty="0" err="1"/>
              <a:t>Ihre</a:t>
            </a:r>
            <a:r>
              <a:rPr lang="en-US" dirty="0"/>
              <a:t> </a:t>
            </a:r>
            <a:r>
              <a:rPr lang="en-US" dirty="0" err="1"/>
              <a:t>Erwartung</a:t>
            </a:r>
            <a:r>
              <a:rPr lang="en-US" dirty="0"/>
              <a:t> an </a:t>
            </a:r>
            <a:r>
              <a:rPr lang="en-US" dirty="0" err="1"/>
              <a:t>diesen</a:t>
            </a:r>
            <a:r>
              <a:rPr lang="en-US" dirty="0"/>
              <a:t> </a:t>
            </a:r>
            <a:r>
              <a:rPr lang="en-US" dirty="0" err="1"/>
              <a:t>Kurs</a:t>
            </a:r>
            <a:r>
              <a:rPr lang="en-US" dirty="0"/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461030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ECB5B3-65F3-CF4E-BCA1-C0BA97832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Voraussetzungen für dieses Training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9562E16-131A-A04D-994B-CFB8F299B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Windows (10+ bzw. </a:t>
            </a:r>
            <a:r>
              <a:rPr lang="de-DE" dirty="0" err="1"/>
              <a:t>Srv</a:t>
            </a:r>
            <a:r>
              <a:rPr lang="de-DE" dirty="0"/>
              <a:t>. 2016+) oder Mac OS</a:t>
            </a:r>
          </a:p>
          <a:p>
            <a:r>
              <a:rPr lang="de-DE" dirty="0"/>
              <a:t>Visual Studio Code (</a:t>
            </a:r>
            <a:r>
              <a:rPr lang="de-DE" dirty="0">
                <a:hlinkClick r:id="rId2"/>
              </a:rPr>
              <a:t>https://code.visualstudio.com/download</a:t>
            </a:r>
            <a:r>
              <a:rPr lang="de-DE" dirty="0"/>
              <a:t>)</a:t>
            </a:r>
          </a:p>
          <a:p>
            <a:r>
              <a:rPr lang="de-DE" dirty="0"/>
              <a:t>Python 3.x (</a:t>
            </a:r>
            <a:r>
              <a:rPr lang="de-DE" dirty="0">
                <a:hlinkClick r:id="rId3"/>
              </a:rPr>
              <a:t>https://www.python.org/</a:t>
            </a:r>
            <a:r>
              <a:rPr lang="de-DE" dirty="0"/>
              <a:t>)</a:t>
            </a:r>
          </a:p>
          <a:p>
            <a:r>
              <a:rPr lang="de-DE" dirty="0"/>
              <a:t>Mut zum Lab! (es gibt nichts Gutes es sein denn man tut es)</a:t>
            </a:r>
          </a:p>
          <a:p>
            <a:r>
              <a:rPr lang="de-DE" dirty="0"/>
              <a:t>Motivation </a:t>
            </a:r>
            <a:r>
              <a:rPr lang="de-DE" dirty="0">
                <a:sym typeface="Wingdings" pitchFamily="2" charset="2"/>
              </a:rPr>
              <a:t>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7715873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C608BEB-860E-4094-8511-78603564A7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050" cy="685800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B04AEAAA-B96C-45D1-8AAB-D9C4670FF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412488"/>
            <a:ext cx="2899189" cy="4363844"/>
          </a:xfrm>
        </p:spPr>
        <p:txBody>
          <a:bodyPr anchor="t">
            <a:normAutofit/>
          </a:bodyPr>
          <a:lstStyle/>
          <a:p>
            <a:r>
              <a:rPr lang="de-DE" sz="4000">
                <a:solidFill>
                  <a:srgbClr val="FFFFFF"/>
                </a:solidFill>
              </a:rPr>
              <a:t>Kursmodule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75086E5-D30D-B64D-BD65-18D7138D8F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380855" y="1412489"/>
            <a:ext cx="3427283" cy="4363844"/>
          </a:xfrm>
        </p:spPr>
        <p:txBody>
          <a:bodyPr>
            <a:normAutofit/>
          </a:bodyPr>
          <a:lstStyle/>
          <a:p>
            <a:r>
              <a:rPr lang="de-DE" sz="1700"/>
              <a:t>M0 - Intro</a:t>
            </a:r>
          </a:p>
          <a:p>
            <a:r>
              <a:rPr lang="de-DE" sz="1700"/>
              <a:t>M1 -  Erste Schritte, Einrichtung, Variablen</a:t>
            </a:r>
          </a:p>
          <a:p>
            <a:r>
              <a:rPr lang="de-DE" sz="1700"/>
              <a:t>M2 - Listen, Dictianaries, Tupel, Set, List Comprehension, Generatoren</a:t>
            </a:r>
          </a:p>
          <a:p>
            <a:r>
              <a:rPr lang="de-DE" sz="1700"/>
              <a:t>M3 - if…elif…else</a:t>
            </a:r>
          </a:p>
          <a:p>
            <a:r>
              <a:rPr lang="de-DE" sz="1700"/>
              <a:t>M4 - While, for, iterables, itertools</a:t>
            </a:r>
          </a:p>
          <a:p>
            <a:r>
              <a:rPr lang="de-DE" sz="1700"/>
              <a:t>M-   Module</a:t>
            </a:r>
          </a:p>
          <a:p>
            <a:r>
              <a:rPr lang="de-DE" sz="1700"/>
              <a:t>M5 - functions, lamda</a:t>
            </a:r>
          </a:p>
          <a:p>
            <a:r>
              <a:rPr lang="de-DE" sz="1700"/>
              <a:t>M6 - Klassen, Vererbung, Dekorateure</a:t>
            </a:r>
          </a:p>
          <a:p>
            <a:endParaRPr lang="de-DE" sz="170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F16A8D4-FE87-4604-88B2-394B5D1EB4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129871" y="1412488"/>
            <a:ext cx="0" cy="365760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1F94573-3B9A-764A-BB43-911065D918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51604" y="1412489"/>
            <a:ext cx="3197701" cy="4363844"/>
          </a:xfrm>
        </p:spPr>
        <p:txBody>
          <a:bodyPr>
            <a:normAutofit/>
          </a:bodyPr>
          <a:lstStyle/>
          <a:p>
            <a:r>
              <a:rPr lang="de-DE" sz="2000" dirty="0"/>
              <a:t>M7 - </a:t>
            </a:r>
            <a:r>
              <a:rPr lang="de-DE" sz="2000" dirty="0" err="1"/>
              <a:t>Exception</a:t>
            </a:r>
            <a:r>
              <a:rPr lang="de-DE" sz="2000" dirty="0"/>
              <a:t> Handling</a:t>
            </a:r>
          </a:p>
          <a:p>
            <a:r>
              <a:rPr lang="de-DE" sz="2000" dirty="0"/>
              <a:t>M8 - __</a:t>
            </a:r>
            <a:r>
              <a:rPr lang="de-DE" sz="2000" dirty="0" err="1"/>
              <a:t>main</a:t>
            </a:r>
            <a:r>
              <a:rPr lang="de-DE" sz="2000" dirty="0"/>
              <a:t>__</a:t>
            </a:r>
          </a:p>
          <a:p>
            <a:r>
              <a:rPr lang="de-DE" sz="2000" dirty="0"/>
              <a:t>M9 - </a:t>
            </a:r>
            <a:r>
              <a:rPr lang="de-DE" sz="2000" dirty="0" err="1"/>
              <a:t>docstring</a:t>
            </a:r>
            <a:r>
              <a:rPr lang="de-DE" sz="2000" dirty="0"/>
              <a:t>, </a:t>
            </a:r>
            <a:r>
              <a:rPr lang="de-DE" sz="2000" dirty="0" err="1"/>
              <a:t>pydoc</a:t>
            </a:r>
            <a:r>
              <a:rPr lang="de-DE" sz="2000" dirty="0"/>
              <a:t>, Dokumentation</a:t>
            </a:r>
          </a:p>
          <a:p>
            <a:r>
              <a:rPr lang="de-DE" sz="2000" dirty="0"/>
              <a:t>M -   Code Organisation</a:t>
            </a:r>
          </a:p>
          <a:p>
            <a:r>
              <a:rPr lang="de-DE" sz="2000" dirty="0"/>
              <a:t>M10 - Dateioperationen</a:t>
            </a:r>
          </a:p>
          <a:p>
            <a:r>
              <a:rPr lang="de-DE" sz="2000" dirty="0"/>
              <a:t>M - Pandas</a:t>
            </a:r>
          </a:p>
          <a:p>
            <a:r>
              <a:rPr lang="de-DE" sz="2000" dirty="0"/>
              <a:t>M11 - SQL</a:t>
            </a:r>
          </a:p>
          <a:p>
            <a:r>
              <a:rPr lang="de-DE" sz="2000" dirty="0"/>
              <a:t>M12 - Unit Tests</a:t>
            </a:r>
          </a:p>
          <a:p>
            <a:r>
              <a:rPr lang="de-DE" sz="2000" dirty="0"/>
              <a:t>M13 - Multithreading</a:t>
            </a:r>
          </a:p>
          <a:p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0433467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ED8053C-AF28-403A-90F2-67A100EDEC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3B0C6D0-EBE3-E44C-95CE-FF1A6F2359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0916" y="1593658"/>
            <a:ext cx="6404260" cy="2959419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72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Let‘s go</a:t>
            </a:r>
          </a:p>
        </p:txBody>
      </p:sp>
      <p:pic>
        <p:nvPicPr>
          <p:cNvPr id="6" name="Inhaltsplatzhalter 5" descr="Rakete mit einfarbiger Füllung">
            <a:extLst>
              <a:ext uri="{FF2B5EF4-FFF2-40B4-BE49-F238E27FC236}">
                <a16:creationId xmlns:a16="http://schemas.microsoft.com/office/drawing/2014/main" id="{1F84B9F6-165A-AE45-B457-D8359D8E0D3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5200" y="1260340"/>
            <a:ext cx="4073459" cy="4073459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F73EE64F-16AA-4E92-AC75-26714B95F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290916" y="746452"/>
            <a:ext cx="1128382" cy="847206"/>
            <a:chOff x="8183879" y="1000124"/>
            <a:chExt cx="1562267" cy="1172973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82C925BF-6697-4E5C-A269-2F88053AC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83879" y="1348782"/>
              <a:ext cx="935037" cy="8243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tx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C34BFECD-A97E-4D3F-A8CF-03115207DA0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83979" y="1000124"/>
              <a:ext cx="762167" cy="6719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tx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42614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1" id="{88A71F66-A729-BF48-831C-AEEAED2F839F}" vid="{93FA19C9-1BF1-AA44-9D34-49AD4FDE8939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</Template>
  <TotalTime>0</TotalTime>
  <Words>222</Words>
  <Application>Microsoft Macintosh PowerPoint</Application>
  <PresentationFormat>Breitbild</PresentationFormat>
  <Paragraphs>47</Paragraphs>
  <Slides>8</Slides>
  <Notes>1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Arial</vt:lpstr>
      <vt:lpstr>Calibri</vt:lpstr>
      <vt:lpstr>Calibri Light</vt:lpstr>
      <vt:lpstr>Office</vt:lpstr>
      <vt:lpstr>Python</vt:lpstr>
      <vt:lpstr>Willkommen</vt:lpstr>
      <vt:lpstr>PowerPoint-Präsentation</vt:lpstr>
      <vt:lpstr>Kurszeiten</vt:lpstr>
      <vt:lpstr>Über Sie </vt:lpstr>
      <vt:lpstr>Voraussetzungen für dieses Training</vt:lpstr>
      <vt:lpstr>Kursmodule</vt:lpstr>
      <vt:lpstr>Let‘s go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</dc:title>
  <dc:creator>Ernst Hutsteiner</dc:creator>
  <cp:lastModifiedBy>Ernst Hutsteiner</cp:lastModifiedBy>
  <cp:revision>9</cp:revision>
  <dcterms:created xsi:type="dcterms:W3CDTF">2021-11-18T12:30:48Z</dcterms:created>
  <dcterms:modified xsi:type="dcterms:W3CDTF">2021-12-20T06:53:23Z</dcterms:modified>
</cp:coreProperties>
</file>