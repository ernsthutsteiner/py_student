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87" r:id="rId11"/>
    <p:sldId id="270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02"/>
    <p:restoredTop sz="86273"/>
  </p:normalViewPr>
  <p:slideViewPr>
    <p:cSldViewPr snapToGrid="0" snapToObjects="1">
      <p:cViewPr varScale="1">
        <p:scale>
          <a:sx n="76" d="100"/>
          <a:sy n="76" d="100"/>
        </p:scale>
        <p:origin x="216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212C5D-7CF4-4F2F-A16F-DC8DDE68F9E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6878741-B7E4-4E49-9EFF-3DF64DB78871}">
      <dgm:prSet/>
      <dgm:spPr/>
      <dgm:t>
        <a:bodyPr/>
        <a:lstStyle/>
        <a:p>
          <a:r>
            <a:rPr lang="de-DE" baseline="0"/>
            <a:t>Python verwendet “try“ und „except“ um Ausnahmen zu behandeln</a:t>
          </a:r>
          <a:endParaRPr lang="en-US"/>
        </a:p>
      </dgm:t>
    </dgm:pt>
    <dgm:pt modelId="{151A8395-A570-43C4-888A-75A3C225A1A8}" type="parTrans" cxnId="{164A7F86-A254-4161-B0E7-1D947ACB90CE}">
      <dgm:prSet/>
      <dgm:spPr/>
      <dgm:t>
        <a:bodyPr/>
        <a:lstStyle/>
        <a:p>
          <a:endParaRPr lang="en-US"/>
        </a:p>
      </dgm:t>
    </dgm:pt>
    <dgm:pt modelId="{01F3563C-CE80-4BE1-8701-BC3DF8D6410F}" type="sibTrans" cxnId="{164A7F86-A254-4161-B0E7-1D947ACB90CE}">
      <dgm:prSet/>
      <dgm:spPr/>
      <dgm:t>
        <a:bodyPr/>
        <a:lstStyle/>
        <a:p>
          <a:endParaRPr lang="en-US"/>
        </a:p>
      </dgm:t>
    </dgm:pt>
    <dgm:pt modelId="{C819790F-D8A7-460D-9B96-39C35F00BC36}">
      <dgm:prSet/>
      <dgm:spPr/>
      <dgm:t>
        <a:bodyPr/>
        <a:lstStyle/>
        <a:p>
          <a:r>
            <a:rPr lang="de-DE" baseline="0"/>
            <a:t>Im „try“ Block werden ein oder mehrere Schritte ausgeführt, die zu einem Fehler führen könnten</a:t>
          </a:r>
          <a:endParaRPr lang="en-US"/>
        </a:p>
      </dgm:t>
    </dgm:pt>
    <dgm:pt modelId="{AD443E17-A492-40C9-9912-A8851406C3A7}" type="parTrans" cxnId="{7BAA1A54-ABD4-42DA-BF38-DFA6688902C4}">
      <dgm:prSet/>
      <dgm:spPr/>
      <dgm:t>
        <a:bodyPr/>
        <a:lstStyle/>
        <a:p>
          <a:endParaRPr lang="en-US"/>
        </a:p>
      </dgm:t>
    </dgm:pt>
    <dgm:pt modelId="{9638E806-6251-4E43-8123-4BF16450128D}" type="sibTrans" cxnId="{7BAA1A54-ABD4-42DA-BF38-DFA6688902C4}">
      <dgm:prSet/>
      <dgm:spPr/>
      <dgm:t>
        <a:bodyPr/>
        <a:lstStyle/>
        <a:p>
          <a:endParaRPr lang="en-US"/>
        </a:p>
      </dgm:t>
    </dgm:pt>
    <dgm:pt modelId="{C8A7EA3D-F147-4D0B-9CB2-C10F67F2366B}">
      <dgm:prSet/>
      <dgm:spPr/>
      <dgm:t>
        <a:bodyPr/>
        <a:lstStyle/>
        <a:p>
          <a:r>
            <a:rPr lang="de-DE" baseline="0"/>
            <a:t>Läuft „try“ fehlerfrei ab, wird “except“ ausgelassen</a:t>
          </a:r>
          <a:endParaRPr lang="en-US"/>
        </a:p>
      </dgm:t>
    </dgm:pt>
    <dgm:pt modelId="{CD4CCFC4-BE28-477B-A93B-0FE737ECC784}" type="parTrans" cxnId="{B9601BA5-AA8A-4EAA-9F15-971F147B7F20}">
      <dgm:prSet/>
      <dgm:spPr/>
      <dgm:t>
        <a:bodyPr/>
        <a:lstStyle/>
        <a:p>
          <a:endParaRPr lang="en-US"/>
        </a:p>
      </dgm:t>
    </dgm:pt>
    <dgm:pt modelId="{2103412A-F706-49EA-A811-0C2DD5CF6BCD}" type="sibTrans" cxnId="{B9601BA5-AA8A-4EAA-9F15-971F147B7F20}">
      <dgm:prSet/>
      <dgm:spPr/>
      <dgm:t>
        <a:bodyPr/>
        <a:lstStyle/>
        <a:p>
          <a:endParaRPr lang="en-US"/>
        </a:p>
      </dgm:t>
    </dgm:pt>
    <dgm:pt modelId="{B59E1A15-B567-4202-BF27-D21442D2405B}">
      <dgm:prSet/>
      <dgm:spPr/>
      <dgm:t>
        <a:bodyPr/>
        <a:lstStyle/>
        <a:p>
          <a:r>
            <a:rPr lang="de-DE" baseline="0"/>
            <a:t>Bei Fehlern wird “except“ mit seinen Befehlen ausgeführt</a:t>
          </a:r>
          <a:endParaRPr lang="en-US"/>
        </a:p>
      </dgm:t>
    </dgm:pt>
    <dgm:pt modelId="{F2B53052-B481-4316-B315-0BFD49A0E5D2}" type="parTrans" cxnId="{A2FC3847-FB62-4DE5-B242-4D8F92B0B6F4}">
      <dgm:prSet/>
      <dgm:spPr/>
      <dgm:t>
        <a:bodyPr/>
        <a:lstStyle/>
        <a:p>
          <a:endParaRPr lang="en-US"/>
        </a:p>
      </dgm:t>
    </dgm:pt>
    <dgm:pt modelId="{5180B403-4CD4-475C-8961-978DB660D7FA}" type="sibTrans" cxnId="{A2FC3847-FB62-4DE5-B242-4D8F92B0B6F4}">
      <dgm:prSet/>
      <dgm:spPr/>
      <dgm:t>
        <a:bodyPr/>
        <a:lstStyle/>
        <a:p>
          <a:endParaRPr lang="en-US"/>
        </a:p>
      </dgm:t>
    </dgm:pt>
    <dgm:pt modelId="{48E86189-7C1C-4026-AD01-223CC1A18561}" type="pres">
      <dgm:prSet presAssocID="{80212C5D-7CF4-4F2F-A16F-DC8DDE68F9E1}" presName="root" presStyleCnt="0">
        <dgm:presLayoutVars>
          <dgm:dir/>
          <dgm:resizeHandles val="exact"/>
        </dgm:presLayoutVars>
      </dgm:prSet>
      <dgm:spPr/>
    </dgm:pt>
    <dgm:pt modelId="{D28311BC-7FF7-4058-86A6-4FD3419E2EEA}" type="pres">
      <dgm:prSet presAssocID="{46878741-B7E4-4E49-9EFF-3DF64DB78871}" presName="compNode" presStyleCnt="0"/>
      <dgm:spPr/>
    </dgm:pt>
    <dgm:pt modelId="{11CC7DA2-DC2D-4D29-A95C-3B49207BFC7B}" type="pres">
      <dgm:prSet presAssocID="{46878741-B7E4-4E49-9EFF-3DF64DB78871}" presName="bgRect" presStyleLbl="bgShp" presStyleIdx="0" presStyleCnt="4"/>
      <dgm:spPr/>
    </dgm:pt>
    <dgm:pt modelId="{03A5A634-3A3E-4C1F-ACC1-40C02DBE7E7A}" type="pres">
      <dgm:prSet presAssocID="{46878741-B7E4-4E49-9EFF-3DF64DB7887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ierer"/>
        </a:ext>
      </dgm:extLst>
    </dgm:pt>
    <dgm:pt modelId="{206B181D-F00C-4C94-A3D2-6DD2CF73A770}" type="pres">
      <dgm:prSet presAssocID="{46878741-B7E4-4E49-9EFF-3DF64DB78871}" presName="spaceRect" presStyleCnt="0"/>
      <dgm:spPr/>
    </dgm:pt>
    <dgm:pt modelId="{41AAC2A9-77BA-4F36-BC5E-7421AE81DD0A}" type="pres">
      <dgm:prSet presAssocID="{46878741-B7E4-4E49-9EFF-3DF64DB78871}" presName="parTx" presStyleLbl="revTx" presStyleIdx="0" presStyleCnt="4">
        <dgm:presLayoutVars>
          <dgm:chMax val="0"/>
          <dgm:chPref val="0"/>
        </dgm:presLayoutVars>
      </dgm:prSet>
      <dgm:spPr/>
    </dgm:pt>
    <dgm:pt modelId="{95546D04-0C04-4CAB-AF04-842DE7DE6957}" type="pres">
      <dgm:prSet presAssocID="{01F3563C-CE80-4BE1-8701-BC3DF8D6410F}" presName="sibTrans" presStyleCnt="0"/>
      <dgm:spPr/>
    </dgm:pt>
    <dgm:pt modelId="{E9207F9C-89A8-462F-B167-DA497AB1E1D4}" type="pres">
      <dgm:prSet presAssocID="{C819790F-D8A7-460D-9B96-39C35F00BC36}" presName="compNode" presStyleCnt="0"/>
      <dgm:spPr/>
    </dgm:pt>
    <dgm:pt modelId="{DA37BFC7-4B6A-4268-9404-B29E0DBEA7B5}" type="pres">
      <dgm:prSet presAssocID="{C819790F-D8A7-460D-9B96-39C35F00BC36}" presName="bgRect" presStyleLbl="bgShp" presStyleIdx="1" presStyleCnt="4"/>
      <dgm:spPr/>
    </dgm:pt>
    <dgm:pt modelId="{0C56B935-F564-4F98-AE56-7603485AF15E}" type="pres">
      <dgm:prSet presAssocID="{C819790F-D8A7-460D-9B96-39C35F00BC3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96DF0E9A-790C-4D25-9684-A4062EFC6CB4}" type="pres">
      <dgm:prSet presAssocID="{C819790F-D8A7-460D-9B96-39C35F00BC36}" presName="spaceRect" presStyleCnt="0"/>
      <dgm:spPr/>
    </dgm:pt>
    <dgm:pt modelId="{AE6AB27D-C55E-412D-B45E-E2307401A462}" type="pres">
      <dgm:prSet presAssocID="{C819790F-D8A7-460D-9B96-39C35F00BC36}" presName="parTx" presStyleLbl="revTx" presStyleIdx="1" presStyleCnt="4">
        <dgm:presLayoutVars>
          <dgm:chMax val="0"/>
          <dgm:chPref val="0"/>
        </dgm:presLayoutVars>
      </dgm:prSet>
      <dgm:spPr/>
    </dgm:pt>
    <dgm:pt modelId="{BD4CCDAA-821E-4E07-A106-B36D403AFB42}" type="pres">
      <dgm:prSet presAssocID="{9638E806-6251-4E43-8123-4BF16450128D}" presName="sibTrans" presStyleCnt="0"/>
      <dgm:spPr/>
    </dgm:pt>
    <dgm:pt modelId="{ED783DEB-AFEE-4C75-96A6-A613BB62B009}" type="pres">
      <dgm:prSet presAssocID="{C8A7EA3D-F147-4D0B-9CB2-C10F67F2366B}" presName="compNode" presStyleCnt="0"/>
      <dgm:spPr/>
    </dgm:pt>
    <dgm:pt modelId="{0B8AFE22-0379-421D-853C-339479A49744}" type="pres">
      <dgm:prSet presAssocID="{C8A7EA3D-F147-4D0B-9CB2-C10F67F2366B}" presName="bgRect" presStyleLbl="bgShp" presStyleIdx="2" presStyleCnt="4"/>
      <dgm:spPr/>
    </dgm:pt>
    <dgm:pt modelId="{161F5D48-3CF3-44F6-B4C0-4756E948A4F3}" type="pres">
      <dgm:prSet presAssocID="{C8A7EA3D-F147-4D0B-9CB2-C10F67F2366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usführen"/>
        </a:ext>
      </dgm:extLst>
    </dgm:pt>
    <dgm:pt modelId="{9662C874-9413-48A0-B31B-92931855840C}" type="pres">
      <dgm:prSet presAssocID="{C8A7EA3D-F147-4D0B-9CB2-C10F67F2366B}" presName="spaceRect" presStyleCnt="0"/>
      <dgm:spPr/>
    </dgm:pt>
    <dgm:pt modelId="{3B0BDFEF-202F-48D3-8994-5CA549DA66B9}" type="pres">
      <dgm:prSet presAssocID="{C8A7EA3D-F147-4D0B-9CB2-C10F67F2366B}" presName="parTx" presStyleLbl="revTx" presStyleIdx="2" presStyleCnt="4">
        <dgm:presLayoutVars>
          <dgm:chMax val="0"/>
          <dgm:chPref val="0"/>
        </dgm:presLayoutVars>
      </dgm:prSet>
      <dgm:spPr/>
    </dgm:pt>
    <dgm:pt modelId="{88C27FBB-66F4-4ABB-9A24-60DA15BFD051}" type="pres">
      <dgm:prSet presAssocID="{2103412A-F706-49EA-A811-0C2DD5CF6BCD}" presName="sibTrans" presStyleCnt="0"/>
      <dgm:spPr/>
    </dgm:pt>
    <dgm:pt modelId="{CBF047BD-F79D-4828-8B61-2AF496C51CC9}" type="pres">
      <dgm:prSet presAssocID="{B59E1A15-B567-4202-BF27-D21442D2405B}" presName="compNode" presStyleCnt="0"/>
      <dgm:spPr/>
    </dgm:pt>
    <dgm:pt modelId="{939C106A-F373-40CC-ACF1-0A7D391AAB79}" type="pres">
      <dgm:prSet presAssocID="{B59E1A15-B567-4202-BF27-D21442D2405B}" presName="bgRect" presStyleLbl="bgShp" presStyleIdx="3" presStyleCnt="4"/>
      <dgm:spPr/>
    </dgm:pt>
    <dgm:pt modelId="{524284EF-0681-470A-9982-4B3C75E25EB1}" type="pres">
      <dgm:prSet presAssocID="{B59E1A15-B567-4202-BF27-D21442D2405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kument"/>
        </a:ext>
      </dgm:extLst>
    </dgm:pt>
    <dgm:pt modelId="{C9619BA6-F202-4AD1-899B-2D6BC47C1D00}" type="pres">
      <dgm:prSet presAssocID="{B59E1A15-B567-4202-BF27-D21442D2405B}" presName="spaceRect" presStyleCnt="0"/>
      <dgm:spPr/>
    </dgm:pt>
    <dgm:pt modelId="{CDE60966-0429-4047-8310-5F48A4899E5D}" type="pres">
      <dgm:prSet presAssocID="{B59E1A15-B567-4202-BF27-D21442D2405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CEFC119-7619-4F63-9DAF-B2931F12F660}" type="presOf" srcId="{C8A7EA3D-F147-4D0B-9CB2-C10F67F2366B}" destId="{3B0BDFEF-202F-48D3-8994-5CA549DA66B9}" srcOrd="0" destOrd="0" presId="urn:microsoft.com/office/officeart/2018/2/layout/IconVerticalSolidList"/>
    <dgm:cxn modelId="{A2FC3847-FB62-4DE5-B242-4D8F92B0B6F4}" srcId="{80212C5D-7CF4-4F2F-A16F-DC8DDE68F9E1}" destId="{B59E1A15-B567-4202-BF27-D21442D2405B}" srcOrd="3" destOrd="0" parTransId="{F2B53052-B481-4316-B315-0BFD49A0E5D2}" sibTransId="{5180B403-4CD4-475C-8961-978DB660D7FA}"/>
    <dgm:cxn modelId="{7BAA1A54-ABD4-42DA-BF38-DFA6688902C4}" srcId="{80212C5D-7CF4-4F2F-A16F-DC8DDE68F9E1}" destId="{C819790F-D8A7-460D-9B96-39C35F00BC36}" srcOrd="1" destOrd="0" parTransId="{AD443E17-A492-40C9-9912-A8851406C3A7}" sibTransId="{9638E806-6251-4E43-8123-4BF16450128D}"/>
    <dgm:cxn modelId="{164A7F86-A254-4161-B0E7-1D947ACB90CE}" srcId="{80212C5D-7CF4-4F2F-A16F-DC8DDE68F9E1}" destId="{46878741-B7E4-4E49-9EFF-3DF64DB78871}" srcOrd="0" destOrd="0" parTransId="{151A8395-A570-43C4-888A-75A3C225A1A8}" sibTransId="{01F3563C-CE80-4BE1-8701-BC3DF8D6410F}"/>
    <dgm:cxn modelId="{B9601BA5-AA8A-4EAA-9F15-971F147B7F20}" srcId="{80212C5D-7CF4-4F2F-A16F-DC8DDE68F9E1}" destId="{C8A7EA3D-F147-4D0B-9CB2-C10F67F2366B}" srcOrd="2" destOrd="0" parTransId="{CD4CCFC4-BE28-477B-A93B-0FE737ECC784}" sibTransId="{2103412A-F706-49EA-A811-0C2DD5CF6BCD}"/>
    <dgm:cxn modelId="{641729C7-5344-490C-AA37-D9B0C8CD6093}" type="presOf" srcId="{B59E1A15-B567-4202-BF27-D21442D2405B}" destId="{CDE60966-0429-4047-8310-5F48A4899E5D}" srcOrd="0" destOrd="0" presId="urn:microsoft.com/office/officeart/2018/2/layout/IconVerticalSolidList"/>
    <dgm:cxn modelId="{3E9BA3DB-B675-4A4C-BB48-FF7A4BAA06A3}" type="presOf" srcId="{46878741-B7E4-4E49-9EFF-3DF64DB78871}" destId="{41AAC2A9-77BA-4F36-BC5E-7421AE81DD0A}" srcOrd="0" destOrd="0" presId="urn:microsoft.com/office/officeart/2018/2/layout/IconVerticalSolidList"/>
    <dgm:cxn modelId="{775454E3-AEC4-42A0-A28A-A0D3E4D6154E}" type="presOf" srcId="{80212C5D-7CF4-4F2F-A16F-DC8DDE68F9E1}" destId="{48E86189-7C1C-4026-AD01-223CC1A18561}" srcOrd="0" destOrd="0" presId="urn:microsoft.com/office/officeart/2018/2/layout/IconVerticalSolidList"/>
    <dgm:cxn modelId="{CEE25FF7-D624-44A3-BEA8-9DBCF3913CC3}" type="presOf" srcId="{C819790F-D8A7-460D-9B96-39C35F00BC36}" destId="{AE6AB27D-C55E-412D-B45E-E2307401A462}" srcOrd="0" destOrd="0" presId="urn:microsoft.com/office/officeart/2018/2/layout/IconVerticalSolidList"/>
    <dgm:cxn modelId="{06278AFF-E747-4DB3-88ED-780033A3252B}" type="presParOf" srcId="{48E86189-7C1C-4026-AD01-223CC1A18561}" destId="{D28311BC-7FF7-4058-86A6-4FD3419E2EEA}" srcOrd="0" destOrd="0" presId="urn:microsoft.com/office/officeart/2018/2/layout/IconVerticalSolidList"/>
    <dgm:cxn modelId="{CB85F0FC-DB3E-4265-89BE-48E1C0CCA015}" type="presParOf" srcId="{D28311BC-7FF7-4058-86A6-4FD3419E2EEA}" destId="{11CC7DA2-DC2D-4D29-A95C-3B49207BFC7B}" srcOrd="0" destOrd="0" presId="urn:microsoft.com/office/officeart/2018/2/layout/IconVerticalSolidList"/>
    <dgm:cxn modelId="{B810E6EE-12E0-441E-8550-2294AEF4F3A3}" type="presParOf" srcId="{D28311BC-7FF7-4058-86A6-4FD3419E2EEA}" destId="{03A5A634-3A3E-4C1F-ACC1-40C02DBE7E7A}" srcOrd="1" destOrd="0" presId="urn:microsoft.com/office/officeart/2018/2/layout/IconVerticalSolidList"/>
    <dgm:cxn modelId="{8BE6702E-CA18-4AA0-865E-7081BD0CD158}" type="presParOf" srcId="{D28311BC-7FF7-4058-86A6-4FD3419E2EEA}" destId="{206B181D-F00C-4C94-A3D2-6DD2CF73A770}" srcOrd="2" destOrd="0" presId="urn:microsoft.com/office/officeart/2018/2/layout/IconVerticalSolidList"/>
    <dgm:cxn modelId="{608E9281-8AD1-4265-8230-18C442B6CCF8}" type="presParOf" srcId="{D28311BC-7FF7-4058-86A6-4FD3419E2EEA}" destId="{41AAC2A9-77BA-4F36-BC5E-7421AE81DD0A}" srcOrd="3" destOrd="0" presId="urn:microsoft.com/office/officeart/2018/2/layout/IconVerticalSolidList"/>
    <dgm:cxn modelId="{83A28465-0D84-4D75-B3E4-EA0EAB9963AE}" type="presParOf" srcId="{48E86189-7C1C-4026-AD01-223CC1A18561}" destId="{95546D04-0C04-4CAB-AF04-842DE7DE6957}" srcOrd="1" destOrd="0" presId="urn:microsoft.com/office/officeart/2018/2/layout/IconVerticalSolidList"/>
    <dgm:cxn modelId="{47D5BB2A-BF39-41A6-B57E-5E861E5DAEFD}" type="presParOf" srcId="{48E86189-7C1C-4026-AD01-223CC1A18561}" destId="{E9207F9C-89A8-462F-B167-DA497AB1E1D4}" srcOrd="2" destOrd="0" presId="urn:microsoft.com/office/officeart/2018/2/layout/IconVerticalSolidList"/>
    <dgm:cxn modelId="{74EE826B-509C-4EAC-8F52-38E245B08629}" type="presParOf" srcId="{E9207F9C-89A8-462F-B167-DA497AB1E1D4}" destId="{DA37BFC7-4B6A-4268-9404-B29E0DBEA7B5}" srcOrd="0" destOrd="0" presId="urn:microsoft.com/office/officeart/2018/2/layout/IconVerticalSolidList"/>
    <dgm:cxn modelId="{6634AF40-FDA0-4455-B855-DBFEDFE880A2}" type="presParOf" srcId="{E9207F9C-89A8-462F-B167-DA497AB1E1D4}" destId="{0C56B935-F564-4F98-AE56-7603485AF15E}" srcOrd="1" destOrd="0" presId="urn:microsoft.com/office/officeart/2018/2/layout/IconVerticalSolidList"/>
    <dgm:cxn modelId="{7C8D7090-BB6A-4CDB-82E1-4791B8995052}" type="presParOf" srcId="{E9207F9C-89A8-462F-B167-DA497AB1E1D4}" destId="{96DF0E9A-790C-4D25-9684-A4062EFC6CB4}" srcOrd="2" destOrd="0" presId="urn:microsoft.com/office/officeart/2018/2/layout/IconVerticalSolidList"/>
    <dgm:cxn modelId="{4BE2FA19-F0F5-4726-B74C-63C210971B6A}" type="presParOf" srcId="{E9207F9C-89A8-462F-B167-DA497AB1E1D4}" destId="{AE6AB27D-C55E-412D-B45E-E2307401A462}" srcOrd="3" destOrd="0" presId="urn:microsoft.com/office/officeart/2018/2/layout/IconVerticalSolidList"/>
    <dgm:cxn modelId="{917CD5C6-6D85-4DA9-A11E-0BFB87C15B75}" type="presParOf" srcId="{48E86189-7C1C-4026-AD01-223CC1A18561}" destId="{BD4CCDAA-821E-4E07-A106-B36D403AFB42}" srcOrd="3" destOrd="0" presId="urn:microsoft.com/office/officeart/2018/2/layout/IconVerticalSolidList"/>
    <dgm:cxn modelId="{C1727B6E-BDFA-4348-AA5B-4A4792514212}" type="presParOf" srcId="{48E86189-7C1C-4026-AD01-223CC1A18561}" destId="{ED783DEB-AFEE-4C75-96A6-A613BB62B009}" srcOrd="4" destOrd="0" presId="urn:microsoft.com/office/officeart/2018/2/layout/IconVerticalSolidList"/>
    <dgm:cxn modelId="{0DB0DB9C-D22C-4957-A1E0-E58EA1E9FD88}" type="presParOf" srcId="{ED783DEB-AFEE-4C75-96A6-A613BB62B009}" destId="{0B8AFE22-0379-421D-853C-339479A49744}" srcOrd="0" destOrd="0" presId="urn:microsoft.com/office/officeart/2018/2/layout/IconVerticalSolidList"/>
    <dgm:cxn modelId="{43B8C6A8-944A-4AB4-9864-20EEF55EB7D7}" type="presParOf" srcId="{ED783DEB-AFEE-4C75-96A6-A613BB62B009}" destId="{161F5D48-3CF3-44F6-B4C0-4756E948A4F3}" srcOrd="1" destOrd="0" presId="urn:microsoft.com/office/officeart/2018/2/layout/IconVerticalSolidList"/>
    <dgm:cxn modelId="{1558C6D6-6927-4D6C-B53F-6E236F4C6600}" type="presParOf" srcId="{ED783DEB-AFEE-4C75-96A6-A613BB62B009}" destId="{9662C874-9413-48A0-B31B-92931855840C}" srcOrd="2" destOrd="0" presId="urn:microsoft.com/office/officeart/2018/2/layout/IconVerticalSolidList"/>
    <dgm:cxn modelId="{4A658443-BDCA-493C-81D8-79C7E6D840A3}" type="presParOf" srcId="{ED783DEB-AFEE-4C75-96A6-A613BB62B009}" destId="{3B0BDFEF-202F-48D3-8994-5CA549DA66B9}" srcOrd="3" destOrd="0" presId="urn:microsoft.com/office/officeart/2018/2/layout/IconVerticalSolidList"/>
    <dgm:cxn modelId="{C5576EF9-361E-43CF-B13F-EBB952318BB1}" type="presParOf" srcId="{48E86189-7C1C-4026-AD01-223CC1A18561}" destId="{88C27FBB-66F4-4ABB-9A24-60DA15BFD051}" srcOrd="5" destOrd="0" presId="urn:microsoft.com/office/officeart/2018/2/layout/IconVerticalSolidList"/>
    <dgm:cxn modelId="{B7A11101-598E-41D3-9030-38E408E33CFE}" type="presParOf" srcId="{48E86189-7C1C-4026-AD01-223CC1A18561}" destId="{CBF047BD-F79D-4828-8B61-2AF496C51CC9}" srcOrd="6" destOrd="0" presId="urn:microsoft.com/office/officeart/2018/2/layout/IconVerticalSolidList"/>
    <dgm:cxn modelId="{0B0B80F7-CAC3-435D-8BB2-E41625FD6846}" type="presParOf" srcId="{CBF047BD-F79D-4828-8B61-2AF496C51CC9}" destId="{939C106A-F373-40CC-ACF1-0A7D391AAB79}" srcOrd="0" destOrd="0" presId="urn:microsoft.com/office/officeart/2018/2/layout/IconVerticalSolidList"/>
    <dgm:cxn modelId="{CB287B8B-7CCB-4A38-84A3-E57E5857D20F}" type="presParOf" srcId="{CBF047BD-F79D-4828-8B61-2AF496C51CC9}" destId="{524284EF-0681-470A-9982-4B3C75E25EB1}" srcOrd="1" destOrd="0" presId="urn:microsoft.com/office/officeart/2018/2/layout/IconVerticalSolidList"/>
    <dgm:cxn modelId="{7D4F4990-E1D6-4490-ACB0-499C03EEFAEA}" type="presParOf" srcId="{CBF047BD-F79D-4828-8B61-2AF496C51CC9}" destId="{C9619BA6-F202-4AD1-899B-2D6BC47C1D00}" srcOrd="2" destOrd="0" presId="urn:microsoft.com/office/officeart/2018/2/layout/IconVerticalSolidList"/>
    <dgm:cxn modelId="{E7FFB085-CC22-4D8C-8574-84EF5EFCD090}" type="presParOf" srcId="{CBF047BD-F79D-4828-8B61-2AF496C51CC9}" destId="{CDE60966-0429-4047-8310-5F48A4899E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CC7DA2-DC2D-4D29-A95C-3B49207BFC7B}">
      <dsp:nvSpPr>
        <dsp:cNvPr id="0" name=""/>
        <dsp:cNvSpPr/>
      </dsp:nvSpPr>
      <dsp:spPr>
        <a:xfrm>
          <a:off x="0" y="2284"/>
          <a:ext cx="6263640" cy="11579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5A634-3A3E-4C1F-ACC1-40C02DBE7E7A}">
      <dsp:nvSpPr>
        <dsp:cNvPr id="0" name=""/>
        <dsp:cNvSpPr/>
      </dsp:nvSpPr>
      <dsp:spPr>
        <a:xfrm>
          <a:off x="350270" y="262816"/>
          <a:ext cx="636855" cy="6368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AAC2A9-77BA-4F36-BC5E-7421AE81DD0A}">
      <dsp:nvSpPr>
        <dsp:cNvPr id="0" name=""/>
        <dsp:cNvSpPr/>
      </dsp:nvSpPr>
      <dsp:spPr>
        <a:xfrm>
          <a:off x="1337397" y="22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baseline="0"/>
            <a:t>Python verwendet “try“ und „except“ um Ausnahmen zu behandeln</a:t>
          </a:r>
          <a:endParaRPr lang="en-US" sz="2100" kern="1200"/>
        </a:p>
      </dsp:txBody>
      <dsp:txXfrm>
        <a:off x="1337397" y="2284"/>
        <a:ext cx="4926242" cy="1157919"/>
      </dsp:txXfrm>
    </dsp:sp>
    <dsp:sp modelId="{DA37BFC7-4B6A-4268-9404-B29E0DBEA7B5}">
      <dsp:nvSpPr>
        <dsp:cNvPr id="0" name=""/>
        <dsp:cNvSpPr/>
      </dsp:nvSpPr>
      <dsp:spPr>
        <a:xfrm>
          <a:off x="0" y="1449684"/>
          <a:ext cx="6263640" cy="11579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56B935-F564-4F98-AE56-7603485AF15E}">
      <dsp:nvSpPr>
        <dsp:cNvPr id="0" name=""/>
        <dsp:cNvSpPr/>
      </dsp:nvSpPr>
      <dsp:spPr>
        <a:xfrm>
          <a:off x="350270" y="1710216"/>
          <a:ext cx="636855" cy="6368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6AB27D-C55E-412D-B45E-E2307401A462}">
      <dsp:nvSpPr>
        <dsp:cNvPr id="0" name=""/>
        <dsp:cNvSpPr/>
      </dsp:nvSpPr>
      <dsp:spPr>
        <a:xfrm>
          <a:off x="1337397" y="1449684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baseline="0"/>
            <a:t>Im „try“ Block werden ein oder mehrere Schritte ausgeführt, die zu einem Fehler führen könnten</a:t>
          </a:r>
          <a:endParaRPr lang="en-US" sz="2100" kern="1200"/>
        </a:p>
      </dsp:txBody>
      <dsp:txXfrm>
        <a:off x="1337397" y="1449684"/>
        <a:ext cx="4926242" cy="1157919"/>
      </dsp:txXfrm>
    </dsp:sp>
    <dsp:sp modelId="{0B8AFE22-0379-421D-853C-339479A49744}">
      <dsp:nvSpPr>
        <dsp:cNvPr id="0" name=""/>
        <dsp:cNvSpPr/>
      </dsp:nvSpPr>
      <dsp:spPr>
        <a:xfrm>
          <a:off x="0" y="2897083"/>
          <a:ext cx="6263640" cy="11579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F5D48-3CF3-44F6-B4C0-4756E948A4F3}">
      <dsp:nvSpPr>
        <dsp:cNvPr id="0" name=""/>
        <dsp:cNvSpPr/>
      </dsp:nvSpPr>
      <dsp:spPr>
        <a:xfrm>
          <a:off x="350270" y="3157615"/>
          <a:ext cx="636855" cy="6368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BDFEF-202F-48D3-8994-5CA549DA66B9}">
      <dsp:nvSpPr>
        <dsp:cNvPr id="0" name=""/>
        <dsp:cNvSpPr/>
      </dsp:nvSpPr>
      <dsp:spPr>
        <a:xfrm>
          <a:off x="1337397" y="28970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baseline="0"/>
            <a:t>Läuft „try“ fehlerfrei ab, wird “except“ ausgelassen</a:t>
          </a:r>
          <a:endParaRPr lang="en-US" sz="2100" kern="1200"/>
        </a:p>
      </dsp:txBody>
      <dsp:txXfrm>
        <a:off x="1337397" y="2897083"/>
        <a:ext cx="4926242" cy="1157919"/>
      </dsp:txXfrm>
    </dsp:sp>
    <dsp:sp modelId="{939C106A-F373-40CC-ACF1-0A7D391AAB79}">
      <dsp:nvSpPr>
        <dsp:cNvPr id="0" name=""/>
        <dsp:cNvSpPr/>
      </dsp:nvSpPr>
      <dsp:spPr>
        <a:xfrm>
          <a:off x="0" y="4344483"/>
          <a:ext cx="6263640" cy="115791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284EF-0681-470A-9982-4B3C75E25EB1}">
      <dsp:nvSpPr>
        <dsp:cNvPr id="0" name=""/>
        <dsp:cNvSpPr/>
      </dsp:nvSpPr>
      <dsp:spPr>
        <a:xfrm>
          <a:off x="350270" y="4605015"/>
          <a:ext cx="636855" cy="6368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60966-0429-4047-8310-5F48A4899E5D}">
      <dsp:nvSpPr>
        <dsp:cNvPr id="0" name=""/>
        <dsp:cNvSpPr/>
      </dsp:nvSpPr>
      <dsp:spPr>
        <a:xfrm>
          <a:off x="1337397" y="4344483"/>
          <a:ext cx="4926242" cy="1157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47" tIns="122547" rIns="122547" bIns="122547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100" kern="1200" baseline="0"/>
            <a:t>Bei Fehlern wird “except“ mit seinen Befehlen ausgeführt</a:t>
          </a:r>
          <a:endParaRPr lang="en-US" sz="2100" kern="1200"/>
        </a:p>
      </dsp:txBody>
      <dsp:txXfrm>
        <a:off x="1337397" y="4344483"/>
        <a:ext cx="4926242" cy="1157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01.12.21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 7, error_6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499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Gründe können sein: Benutzerfehler, externe Fehler (z.B. Dienst ist ausgefallen, interne Fehler (Bugs)…</a:t>
            </a:r>
          </a:p>
          <a:p>
            <a:r>
              <a:rPr lang="de-DE" dirty="0"/>
              <a:t>Diese wollten wir behandeln und nicht ungefiltert ausgeben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4178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Modul7 – error_1.py – Beispiele zeigen und Diskussion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0135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Modul7, error_2, error_3, error_4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2155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Modul_7, error_5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0469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Modul7, error_7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535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Modul7, </a:t>
            </a:r>
            <a:r>
              <a:rPr lang="de-DE" err="1"/>
              <a:t>error</a:t>
            </a:r>
            <a:r>
              <a:rPr lang="de-DE"/>
              <a:t>_8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91405-EF3B-5B49-8BB8-A0EAC62FFB5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873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01.12.21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 dirty="0"/>
              <a:t>Python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 dirty="0"/>
              <a:t>Basiswissen</a:t>
            </a:r>
            <a:br>
              <a:rPr lang="de-DE" dirty="0"/>
            </a:br>
            <a:r>
              <a:rPr lang="de-DE" dirty="0"/>
              <a:t>Modul 7 – Errors &amp;</a:t>
            </a:r>
            <a:br>
              <a:rPr lang="de-DE" dirty="0"/>
            </a:br>
            <a:r>
              <a:rPr lang="de-DE" dirty="0" err="1"/>
              <a:t>Exception</a:t>
            </a:r>
            <a:r>
              <a:rPr lang="de-DE" dirty="0"/>
              <a:t> Handling</a:t>
            </a:r>
          </a:p>
        </p:txBody>
      </p:sp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AE82633-098D-2546-A957-27D6CA602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Errors</a:t>
            </a:r>
          </a:p>
          <a:p>
            <a:r>
              <a:rPr lang="de-DE" dirty="0" err="1"/>
              <a:t>Exception</a:t>
            </a:r>
            <a:r>
              <a:rPr lang="de-DE" dirty="0"/>
              <a:t> Handling</a:t>
            </a:r>
          </a:p>
          <a:p>
            <a:r>
              <a:rPr lang="de-DE" dirty="0" err="1"/>
              <a:t>raise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209CE0-407F-7F4D-93CF-FF880F1F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de-DE" dirty="0"/>
              <a:t>Fehler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3F2E2F-D6F2-2C44-B43E-A76ECF8B7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de-DE" sz="2000"/>
              <a:t>Können aus verschiedenen Gründen auftreten</a:t>
            </a:r>
          </a:p>
          <a:p>
            <a:r>
              <a:rPr lang="de-DE" sz="2000"/>
              <a:t>Wir müssen in der Lage sein adäquat auf Fehler zu reagieren</a:t>
            </a:r>
          </a:p>
          <a:p>
            <a:r>
              <a:rPr lang="de-DE" sz="2000"/>
              <a:t>Ggf. fügen wir eigene Fehler hinzu</a:t>
            </a:r>
          </a:p>
          <a:p>
            <a:endParaRPr lang="de-DE" sz="200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How can I get the &amp;quot;Source Error&amp;quot; from a stack trace like Asp.Net does? -  Stack Overflow">
            <a:extLst>
              <a:ext uri="{FF2B5EF4-FFF2-40B4-BE49-F238E27FC236}">
                <a16:creationId xmlns:a16="http://schemas.microsoft.com/office/drawing/2014/main" id="{BD4F7660-9F4D-9A40-8199-0E356E9B4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5862" y="1817206"/>
            <a:ext cx="6019331" cy="3220341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67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FC9691-524B-A749-80B1-552612415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Eingebaute Fehler (</a:t>
            </a:r>
            <a:r>
              <a:rPr lang="de-DE" dirty="0" err="1"/>
              <a:t>Exceptions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DF2F15-9709-1748-A7C6-26F1E6DC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Python bietet bereits eine umfassende Liste eingebauter Fehler bzw. Ausnahmen (</a:t>
            </a:r>
            <a:r>
              <a:rPr lang="de-DE" dirty="0" err="1"/>
              <a:t>Excpetions</a:t>
            </a:r>
            <a:r>
              <a:rPr lang="de-DE" dirty="0"/>
              <a:t>):https://</a:t>
            </a:r>
            <a:r>
              <a:rPr lang="de-DE" dirty="0" err="1"/>
              <a:t>docs.python.org</a:t>
            </a:r>
            <a:r>
              <a:rPr lang="de-DE" dirty="0"/>
              <a:t>/3/</a:t>
            </a:r>
            <a:r>
              <a:rPr lang="de-DE" dirty="0" err="1"/>
              <a:t>library</a:t>
            </a:r>
            <a:r>
              <a:rPr lang="de-DE" dirty="0"/>
              <a:t>/</a:t>
            </a:r>
            <a:r>
              <a:rPr lang="de-DE" dirty="0" err="1"/>
              <a:t>exceptions.html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9502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99FF8E9-4700-4E40-9B45-B800E85C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de-DE" sz="6000">
                <a:solidFill>
                  <a:schemeClr val="bg1"/>
                </a:solidFill>
              </a:rPr>
              <a:t>try und except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2B4A241C-6EC3-4892-8402-0CD20637F8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9871630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76280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A72F76-1990-6646-B1E6-3802E88A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else und finally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EE287643-CFF1-224C-A378-2011A2C38B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75898"/>
            <a:ext cx="10515599" cy="441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07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F5FAC6-D10F-214E-B4CF-BC8431B65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raise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74ACF5-6BD9-CB49-B1C7-EB6F275E3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Löst explizit eine </a:t>
            </a:r>
            <a:r>
              <a:rPr lang="de-DE" dirty="0" err="1"/>
              <a:t>Exception</a:t>
            </a:r>
            <a:r>
              <a:rPr lang="de-DE" dirty="0"/>
              <a:t> aus.</a:t>
            </a:r>
          </a:p>
        </p:txBody>
      </p:sp>
    </p:spTree>
    <p:extLst>
      <p:ext uri="{BB962C8B-B14F-4D97-AF65-F5344CB8AC3E}">
        <p14:creationId xmlns:p14="http://schemas.microsoft.com/office/powerpoint/2010/main" val="208830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91F88-0B2E-E74D-B8CB-E578CF3C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Aliasing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C6AC6A-C446-0C42-85B6-184DF398D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Mit einem Alias kann </a:t>
            </a:r>
            <a:r>
              <a:rPr lang="de-DE" dirty="0" err="1"/>
              <a:t>Exceptions</a:t>
            </a:r>
            <a:r>
              <a:rPr lang="de-DE" dirty="0"/>
              <a:t> ein gemeinsamer Name gegeben werden</a:t>
            </a:r>
          </a:p>
          <a:p>
            <a:r>
              <a:rPr lang="de-DE" dirty="0"/>
              <a:t>Sinnvoll, wenn Attribute des Fehlers benötigt werden</a:t>
            </a:r>
          </a:p>
          <a:p>
            <a:r>
              <a:rPr lang="de-DE" dirty="0"/>
              <a:t>Schlüsselwort: „</a:t>
            </a:r>
            <a:r>
              <a:rPr lang="de-DE" dirty="0" err="1"/>
              <a:t>as</a:t>
            </a:r>
            <a:r>
              <a:rPr lang="de-DE" dirty="0"/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148234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0074584-63A1-4147-9C86-FB06ACF4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Eigene</a:t>
            </a:r>
            <a:r>
              <a:rPr lang="en-US" sz="7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Exceptions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128905-9197-C74B-90BA-0A89105C7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809999"/>
            <a:ext cx="7025753" cy="101277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726205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942DF8C-CB76-B34D-9469-8E219E5AC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8" y="1783959"/>
            <a:ext cx="4645250" cy="2889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Lab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nhaltsplatzhalter 4" descr="Kolben mit einfarbiger Füllung">
            <a:extLst>
              <a:ext uri="{FF2B5EF4-FFF2-40B4-BE49-F238E27FC236}">
                <a16:creationId xmlns:a16="http://schemas.microsoft.com/office/drawing/2014/main" id="{856E0F5D-7D8F-514C-8CF6-1951A9D1B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382" y="720993"/>
            <a:ext cx="4047843" cy="40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46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32EBA-ED97-466E-8CFA-838258415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E4EA9F-3A62-0047-8324-7B29A3FD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851517"/>
            <a:ext cx="5130795" cy="1461778"/>
          </a:xfrm>
        </p:spPr>
        <p:txBody>
          <a:bodyPr>
            <a:normAutofit/>
          </a:bodyPr>
          <a:lstStyle/>
          <a:p>
            <a:r>
              <a:rPr lang="de-DE" sz="4000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9BDC23-0AD6-BB47-8155-C23E6FBF0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2470248"/>
            <a:ext cx="4048344" cy="3536236"/>
          </a:xfrm>
        </p:spPr>
        <p:txBody>
          <a:bodyPr>
            <a:normAutofit/>
          </a:bodyPr>
          <a:lstStyle/>
          <a:p>
            <a:r>
              <a:rPr lang="de-DE" sz="2400"/>
              <a:t>Q &amp; A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A38935-BB53-4DF7-A56E-48DD25B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0370" y="851518"/>
            <a:ext cx="6184806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1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4 h 5154967"/>
              <a:gd name="connsiteX37" fmla="*/ 1625714 w 6184806"/>
              <a:gd name="connsiteY37" fmla="*/ 109244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1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Fragezeichen mit einfarbiger Füllung">
            <a:extLst>
              <a:ext uri="{FF2B5EF4-FFF2-40B4-BE49-F238E27FC236}">
                <a16:creationId xmlns:a16="http://schemas.microsoft.com/office/drawing/2014/main" id="{875CAEAD-17C1-C34C-9298-E096EB9F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5330" y="2105470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83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257</Words>
  <Application>Microsoft Macintosh PowerPoint</Application>
  <PresentationFormat>Breitbild</PresentationFormat>
  <Paragraphs>44</Paragraphs>
  <Slides>11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</vt:lpstr>
      <vt:lpstr>Python</vt:lpstr>
      <vt:lpstr>Agenda</vt:lpstr>
      <vt:lpstr>Fehler</vt:lpstr>
      <vt:lpstr>Eingebaute Fehler (Exceptions)</vt:lpstr>
      <vt:lpstr>try und except</vt:lpstr>
      <vt:lpstr>else und finally</vt:lpstr>
      <vt:lpstr>raise</vt:lpstr>
      <vt:lpstr>Aliasing</vt:lpstr>
      <vt:lpstr>Eigene Exceptions</vt:lpstr>
      <vt:lpstr>Lab</vt:lpstr>
      <vt:lpstr>Ende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44</cp:revision>
  <dcterms:created xsi:type="dcterms:W3CDTF">2021-11-18T12:30:48Z</dcterms:created>
  <dcterms:modified xsi:type="dcterms:W3CDTF">2021-12-03T11:55:18Z</dcterms:modified>
</cp:coreProperties>
</file>