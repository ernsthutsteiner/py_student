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71" r:id="rId4"/>
    <p:sldId id="27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09"/>
  </p:normalViewPr>
  <p:slideViewPr>
    <p:cSldViewPr snapToGrid="0" snapToObjects="1">
      <p:cViewPr varScale="1">
        <p:scale>
          <a:sx n="114" d="100"/>
          <a:sy n="114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20.11.21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20.11.21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20.11.21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3 – </a:t>
            </a:r>
            <a:r>
              <a:rPr lang="de-DE" dirty="0" err="1"/>
              <a:t>If</a:t>
            </a:r>
            <a:r>
              <a:rPr lang="de-DE" dirty="0"/>
              <a:t>..Else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..Else</a:t>
            </a:r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!!BGRectangle">
            <a:extLst>
              <a:ext uri="{FF2B5EF4-FFF2-40B4-BE49-F238E27FC236}">
                <a16:creationId xmlns:a16="http://schemas.microsoft.com/office/drawing/2014/main" id="{89C1B8B3-9FDD-4D8C-9C4D-2FD7CFA2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18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arget with various rings of accuracy">
            <a:extLst>
              <a:ext uri="{FF2B5EF4-FFF2-40B4-BE49-F238E27FC236}">
                <a16:creationId xmlns:a16="http://schemas.microsoft.com/office/drawing/2014/main" id="{030C43E0-213B-4C4A-9879-9650B77830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88" b="1544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D477502-BE1C-A445-90CD-C92651F0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80" y="1200152"/>
            <a:ext cx="6897171" cy="44576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13" name="!!Line">
            <a:extLst>
              <a:ext uri="{FF2B5EF4-FFF2-40B4-BE49-F238E27FC236}">
                <a16:creationId xmlns:a16="http://schemas.microsoft.com/office/drawing/2014/main" id="{93A9CEA1-EFF3-40F6-AB36-E232925E7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4632" y="2286000"/>
            <a:ext cx="2743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65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18</Words>
  <Application>Microsoft Macintosh PowerPoint</Application>
  <PresentationFormat>Breitbild</PresentationFormat>
  <Paragraphs>7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Python</vt:lpstr>
      <vt:lpstr>Agenda</vt:lpstr>
      <vt:lpstr>Demo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13</cp:revision>
  <dcterms:created xsi:type="dcterms:W3CDTF">2021-11-18T12:30:48Z</dcterms:created>
  <dcterms:modified xsi:type="dcterms:W3CDTF">2021-11-21T09:33:26Z</dcterms:modified>
</cp:coreProperties>
</file>