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7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2"/>
    <p:restoredTop sz="86273"/>
  </p:normalViewPr>
  <p:slideViewPr>
    <p:cSldViewPr snapToGrid="0" snapToObjects="1">
      <p:cViewPr varScale="1">
        <p:scale>
          <a:sx n="96" d="100"/>
          <a:sy n="96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 7, error_6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Modul: </a:t>
            </a:r>
            <a:r>
              <a:rPr lang="de-DE" dirty="0" err="1"/>
              <a:t>modul_codeorga</a:t>
            </a:r>
            <a:r>
              <a:rPr lang="de-DE" dirty="0"/>
              <a:t>, </a:t>
            </a:r>
          </a:p>
          <a:p>
            <a:r>
              <a:rPr lang="de-DE" dirty="0"/>
              <a:t>Wir beachten hier die Funktion „</a:t>
            </a:r>
            <a:r>
              <a:rPr lang="de-DE" dirty="0" err="1"/>
              <a:t>main</a:t>
            </a:r>
            <a:r>
              <a:rPr lang="de-DE" dirty="0"/>
              <a:t>“ Die muss nicht so heißen, ist  aber nett, dann weiß ein jeder was das ist.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Entscheidend ist die Zeile:</a:t>
            </a:r>
            <a:br>
              <a:rPr lang="de-DE" dirty="0"/>
            </a:br>
            <a:r>
              <a:rPr lang="de-DE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__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 == "__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__":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843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 </a:t>
            </a:r>
            <a:r>
              <a:rPr lang="de-DE" dirty="0" err="1"/>
              <a:t>code_orga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688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die Lego Story: </a:t>
            </a:r>
          </a:p>
          <a:p>
            <a:r>
              <a:rPr lang="de-DE" dirty="0"/>
              <a:t>Stell Dir vor, Du bist wieder 10</a:t>
            </a:r>
          </a:p>
          <a:p>
            <a:r>
              <a:rPr lang="de-DE" dirty="0"/>
              <a:t>Mama hat den „Request“: „bau mir ein schönes Haus“</a:t>
            </a:r>
          </a:p>
          <a:p>
            <a:r>
              <a:rPr lang="de-DE" dirty="0"/>
              <a:t>Du (der Controller) bekommst die Anfrage.</a:t>
            </a:r>
          </a:p>
          <a:p>
            <a:r>
              <a:rPr lang="de-DE" dirty="0"/>
              <a:t>Du suchst Dir die Bausteine im Model  (Legokiste) zusammen, die Du brauchst und baust das Haus.</a:t>
            </a:r>
          </a:p>
          <a:p>
            <a:r>
              <a:rPr lang="de-DE" dirty="0"/>
              <a:t>Das fertige Produkt (Haus) ist die View (das Endergebnis der Anfrage)</a:t>
            </a:r>
          </a:p>
          <a:p>
            <a:endParaRPr lang="de-DE" dirty="0"/>
          </a:p>
          <a:p>
            <a:r>
              <a:rPr lang="de-DE" dirty="0" err="1"/>
              <a:t>demo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2476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Module </a:t>
            </a:r>
            <a:r>
              <a:rPr lang="de-DE" dirty="0" err="1"/>
              <a:t>code</a:t>
            </a:r>
            <a:r>
              <a:rPr lang="de-DE" err="1"/>
              <a:t>_</a:t>
            </a:r>
            <a:r>
              <a:rPr lang="de-DE"/>
              <a:t>org-mvc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1838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 - Python </a:t>
            </a:r>
            <a:br>
              <a:rPr lang="de-DE" dirty="0"/>
            </a:br>
            <a:r>
              <a:rPr lang="de-DE" dirty="0"/>
              <a:t>Projekte organisieren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Einstiegspunkte</a:t>
            </a:r>
          </a:p>
          <a:p>
            <a:r>
              <a:rPr lang="de-DE" dirty="0"/>
              <a:t>MVC</a:t>
            </a:r>
          </a:p>
          <a:p>
            <a:r>
              <a:rPr lang="de-DE" dirty="0"/>
              <a:t>.</a:t>
            </a:r>
            <a:r>
              <a:rPr lang="de-DE" dirty="0" err="1"/>
              <a:t>venv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2" y="453981"/>
            <a:ext cx="6675120" cy="1877811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9B8CA90-34C1-764E-99EE-9A6DCC71A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31520"/>
            <a:ext cx="6089904" cy="1426464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Einstiegspunkte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7100" y="461737"/>
            <a:ext cx="2149361" cy="1870055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86B68C-84BC-4A6E-99D1-EE87483C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3768" y="453155"/>
            <a:ext cx="2149358" cy="1878638"/>
          </a:xfrm>
          <a:prstGeom prst="rect">
            <a:avLst/>
          </a:prstGeom>
          <a:solidFill>
            <a:srgbClr val="008AD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0" y="2480956"/>
            <a:ext cx="6675121" cy="3918122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64692B-983C-DA49-A3FD-46AF529D3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56" y="2798385"/>
            <a:ext cx="6031967" cy="3283260"/>
          </a:xfrm>
        </p:spPr>
        <p:txBody>
          <a:bodyPr anchor="ctr">
            <a:normAutofit/>
          </a:bodyPr>
          <a:lstStyle/>
          <a:p>
            <a:r>
              <a:rPr lang="de-DE" sz="2000"/>
              <a:t>Packages und Import kennen wir bereits</a:t>
            </a:r>
          </a:p>
          <a:p>
            <a:r>
              <a:rPr lang="de-DE" sz="2000"/>
              <a:t>Ebenso __main__ </a:t>
            </a:r>
          </a:p>
          <a:p>
            <a:r>
              <a:rPr lang="de-DE" sz="2000"/>
              <a:t>Wir benötigen:</a:t>
            </a:r>
          </a:p>
          <a:p>
            <a:pPr lvl="1"/>
            <a:r>
              <a:rPr lang="de-DE" sz="2000"/>
              <a:t>Ein Projekt</a:t>
            </a:r>
          </a:p>
          <a:p>
            <a:pPr lvl="1"/>
            <a:r>
              <a:rPr lang="de-DE" sz="2000"/>
              <a:t>Ein File „setup.py“ das die „setuptools“ verwendet</a:t>
            </a:r>
          </a:p>
          <a:p>
            <a:pPr lvl="1"/>
            <a:r>
              <a:rPr lang="de-DE" sz="2000"/>
              <a:t>Und eine Ordnerstruktur die etwa wie folgt aussieht: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FA82246-EAF8-3C49-9932-4D4B791D3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37" r="18107" b="-1"/>
          <a:stretch/>
        </p:blipFill>
        <p:spPr>
          <a:xfrm>
            <a:off x="7277100" y="2480954"/>
            <a:ext cx="4455979" cy="391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7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3E23B-2508-7641-B606-68C63878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Einstiegspunkte ff.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1BA932-1812-214F-BAF5-93E252834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 Root (hier „</a:t>
            </a:r>
            <a:r>
              <a:rPr lang="de-DE" dirty="0" err="1"/>
              <a:t>modul_codeorga</a:t>
            </a:r>
            <a:r>
              <a:rPr lang="de-DE" dirty="0"/>
              <a:t>“) befinden sich:</a:t>
            </a:r>
          </a:p>
          <a:p>
            <a:pPr lvl="1"/>
            <a:r>
              <a:rPr lang="de-DE" dirty="0"/>
              <a:t>Die „</a:t>
            </a:r>
            <a:r>
              <a:rPr lang="de-DE" dirty="0" err="1"/>
              <a:t>setup.py</a:t>
            </a:r>
            <a:r>
              <a:rPr lang="de-DE" dirty="0"/>
              <a:t>“</a:t>
            </a:r>
          </a:p>
          <a:p>
            <a:pPr lvl="1"/>
            <a:r>
              <a:rPr lang="de-DE" dirty="0"/>
              <a:t>Die </a:t>
            </a:r>
            <a:r>
              <a:rPr lang="de-DE" dirty="0" err="1"/>
              <a:t>readme.txt</a:t>
            </a:r>
            <a:r>
              <a:rPr lang="de-DE" dirty="0"/>
              <a:t> und andere Hilfsdateien</a:t>
            </a:r>
          </a:p>
          <a:p>
            <a:pPr lvl="1"/>
            <a:r>
              <a:rPr lang="de-DE" dirty="0"/>
              <a:t>Der Projekt-Ordner (hier „</a:t>
            </a:r>
            <a:r>
              <a:rPr lang="de-DE" dirty="0" err="1"/>
              <a:t>program</a:t>
            </a:r>
            <a:r>
              <a:rPr lang="de-DE" dirty="0"/>
              <a:t>“)</a:t>
            </a:r>
          </a:p>
          <a:p>
            <a:r>
              <a:rPr lang="de-DE" dirty="0"/>
              <a:t>Alles richtig gemacht? Wir starten unser Projekt mit:</a:t>
            </a:r>
          </a:p>
          <a:p>
            <a:pPr lvl="1"/>
            <a:r>
              <a:rPr lang="de-DE" dirty="0"/>
              <a:t>python3 -m </a:t>
            </a:r>
            <a:r>
              <a:rPr lang="de-DE" dirty="0" err="1"/>
              <a:t>program</a:t>
            </a:r>
            <a:r>
              <a:rPr lang="de-DE" dirty="0"/>
              <a:t>  (Mac und Linux)</a:t>
            </a:r>
          </a:p>
          <a:p>
            <a:pPr lvl="1"/>
            <a:r>
              <a:rPr lang="de-DE" dirty="0" err="1"/>
              <a:t>Program</a:t>
            </a:r>
            <a:r>
              <a:rPr lang="de-DE" dirty="0"/>
              <a:t> (Windows, wenn Path stimmt)</a:t>
            </a:r>
          </a:p>
        </p:txBody>
      </p:sp>
    </p:spTree>
    <p:extLst>
      <p:ext uri="{BB962C8B-B14F-4D97-AF65-F5344CB8AC3E}">
        <p14:creationId xmlns:p14="http://schemas.microsoft.com/office/powerpoint/2010/main" val="331259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384" y="303591"/>
            <a:ext cx="4334256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2CEBA0-D918-424E-AA7F-9B8947B38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40263"/>
            <a:ext cx="3822192" cy="1344975"/>
          </a:xfrm>
        </p:spPr>
        <p:txBody>
          <a:bodyPr>
            <a:normAutofit/>
          </a:bodyPr>
          <a:lstStyle/>
          <a:p>
            <a:r>
              <a:rPr lang="de-DE" sz="3600">
                <a:solidFill>
                  <a:schemeClr val="bg1"/>
                </a:solidFill>
              </a:rPr>
              <a:t>Schritt1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E1E5E6-F385-4E9C-B201-BA5BDE5CA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4088" y="2050687"/>
            <a:ext cx="3685032" cy="0"/>
          </a:xfrm>
          <a:prstGeom prst="line">
            <a:avLst/>
          </a:prstGeom>
          <a:ln w="2222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3F977F-0BD7-8F4F-8CA1-5140FD140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10" y="2121763"/>
            <a:ext cx="3822192" cy="3773010"/>
          </a:xfrm>
        </p:spPr>
        <p:txBody>
          <a:bodyPr>
            <a:norm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Wir erstellen eine __main__.py in userem Projektordner</a:t>
            </a:r>
          </a:p>
          <a:p>
            <a:r>
              <a:rPr lang="de-DE" sz="2000">
                <a:solidFill>
                  <a:schemeClr val="bg1"/>
                </a:solidFill>
              </a:rPr>
              <a:t>(optional aber schlau): wir erstellen eine __init__.py im Projektordner</a:t>
            </a:r>
          </a:p>
          <a:p>
            <a:r>
              <a:rPr lang="de-DE" sz="2000">
                <a:solidFill>
                  <a:schemeClr val="bg1"/>
                </a:solidFill>
              </a:rPr>
              <a:t>Jetzt codieren wir  __main__.py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32240CA-F299-7340-BB33-5EF879E3A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716" y="998286"/>
            <a:ext cx="6596652" cy="470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07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384" y="303591"/>
            <a:ext cx="4334256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894477-3CE4-CF4F-B35C-F4D247355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40263"/>
            <a:ext cx="3822192" cy="1344975"/>
          </a:xfrm>
        </p:spPr>
        <p:txBody>
          <a:bodyPr>
            <a:normAutofit/>
          </a:bodyPr>
          <a:lstStyle/>
          <a:p>
            <a:r>
              <a:rPr lang="de-DE" sz="3600">
                <a:solidFill>
                  <a:schemeClr val="bg1"/>
                </a:solidFill>
              </a:rPr>
              <a:t>Schritt2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E1E5E6-F385-4E9C-B201-BA5BDE5CA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4088" y="2050687"/>
            <a:ext cx="3685032" cy="0"/>
          </a:xfrm>
          <a:prstGeom prst="line">
            <a:avLst/>
          </a:prstGeom>
          <a:ln w="2222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E8493E-9349-3D47-91B9-91762C670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10" y="2121763"/>
            <a:ext cx="3822192" cy="3773010"/>
          </a:xfrm>
        </p:spPr>
        <p:txBody>
          <a:bodyPr>
            <a:norm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Wir codieren unsere „setup.py“ – der eigentliche Entry Point</a:t>
            </a:r>
          </a:p>
          <a:p>
            <a:r>
              <a:rPr lang="de-DE" sz="2000">
                <a:solidFill>
                  <a:schemeClr val="bg1"/>
                </a:solidFill>
              </a:rPr>
              <a:t>Die wichtigste Zeile ist die mit „entry_points={…}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62C0A5-6D54-8A46-9820-A849292EA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16" y="1200742"/>
            <a:ext cx="6596652" cy="430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2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ubble sheet test paper and pencil">
            <a:extLst>
              <a:ext uri="{FF2B5EF4-FFF2-40B4-BE49-F238E27FC236}">
                <a16:creationId xmlns:a16="http://schemas.microsoft.com/office/drawing/2014/main" id="{F19C67BD-B5D2-438C-9E28-5969FEA5AD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42"/>
          <a:stretch/>
        </p:blipFill>
        <p:spPr>
          <a:xfrm>
            <a:off x="2436987" y="10"/>
            <a:ext cx="9755014" cy="6857990"/>
          </a:xfrm>
          <a:custGeom>
            <a:avLst/>
            <a:gdLst/>
            <a:ahLst/>
            <a:cxnLst/>
            <a:rect l="l" t="t" r="r" b="b"/>
            <a:pathLst>
              <a:path w="9755014" h="6858000">
                <a:moveTo>
                  <a:pt x="3516793" y="0"/>
                </a:moveTo>
                <a:lnTo>
                  <a:pt x="9755014" y="0"/>
                </a:lnTo>
                <a:lnTo>
                  <a:pt x="9755014" y="6858000"/>
                </a:lnTo>
                <a:lnTo>
                  <a:pt x="0" y="6858000"/>
                </a:lnTo>
                <a:lnTo>
                  <a:pt x="112947" y="6800152"/>
                </a:lnTo>
                <a:cubicBezTo>
                  <a:pt x="2182349" y="5675986"/>
                  <a:pt x="3587167" y="3483472"/>
                  <a:pt x="3587167" y="962844"/>
                </a:cubicBezTo>
                <a:cubicBezTo>
                  <a:pt x="3587167" y="733696"/>
                  <a:pt x="3575557" y="507260"/>
                  <a:pt x="3552893" y="284091"/>
                </a:cubicBezTo>
                <a:close/>
              </a:path>
            </a:pathLst>
          </a:cu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3884F1C-A5B9-48B2-AA60-375D3002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5FFC9D2-D020-45DB-B685-1D946BD5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2627C2-6338-7C43-AFAD-A1BF4633E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52282"/>
            <a:ext cx="4151376" cy="26854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1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052246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AB4C7F-E23E-7248-9F57-CC722C52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147" y="365760"/>
            <a:ext cx="7569706" cy="1288238"/>
          </a:xfrm>
        </p:spPr>
        <p:txBody>
          <a:bodyPr anchor="ctr">
            <a:normAutofit/>
          </a:bodyPr>
          <a:lstStyle/>
          <a:p>
            <a:pPr algn="ctr"/>
            <a:r>
              <a:rPr lang="de-DE" dirty="0"/>
              <a:t>Design Pattern (Entwurfsmuster)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97AC13-9AD1-AE4C-B45B-83E2C3FA2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5569" y="1956816"/>
            <a:ext cx="7860863" cy="4024884"/>
          </a:xfrm>
        </p:spPr>
        <p:txBody>
          <a:bodyPr anchor="t">
            <a:normAutofit/>
          </a:bodyPr>
          <a:lstStyle/>
          <a:p>
            <a:r>
              <a:rPr lang="de-DE" sz="2400" b="1" dirty="0"/>
              <a:t>Entwurfsmuster</a:t>
            </a:r>
            <a:r>
              <a:rPr lang="de-DE" sz="2400" dirty="0"/>
              <a:t> (englisch </a:t>
            </a:r>
            <a:r>
              <a:rPr lang="de-DE" sz="2400" i="1" dirty="0"/>
              <a:t>design </a:t>
            </a:r>
            <a:r>
              <a:rPr lang="de-DE" sz="2400" i="1" dirty="0" err="1"/>
              <a:t>patterns</a:t>
            </a:r>
            <a:r>
              <a:rPr lang="de-DE" sz="2400" dirty="0"/>
              <a:t>) sind bewährte Lösungsschablonen für wiederkehrende Entwurfsprobleme sowohl in der Architektur als auch in der Softwarearchitektur und -entwicklung. Sie stellen damit eine wiederverwendbare Vorlage zur Problemlösung dar, die in einem bestimmten Zusammenhang einsetzbar ist. (-Quelle: Wikipedia)</a:t>
            </a:r>
          </a:p>
          <a:p>
            <a:r>
              <a:rPr lang="de-DE" sz="2400" dirty="0"/>
              <a:t>Entwurfsmuster nicht nicht Bestandteil dieses Kurses. Wir müssen wenigsten eines kurz besprechen, um das Folgende leichter zu verstehen.</a:t>
            </a:r>
          </a:p>
        </p:txBody>
      </p:sp>
    </p:spTree>
    <p:extLst>
      <p:ext uri="{BB962C8B-B14F-4D97-AF65-F5344CB8AC3E}">
        <p14:creationId xmlns:p14="http://schemas.microsoft.com/office/powerpoint/2010/main" val="39041609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lectronic components on a white background">
            <a:extLst>
              <a:ext uri="{FF2B5EF4-FFF2-40B4-BE49-F238E27FC236}">
                <a16:creationId xmlns:a16="http://schemas.microsoft.com/office/drawing/2014/main" id="{19BEB65E-9852-4300-B8DE-BCC752EC4D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3" r="-1" b="-1"/>
          <a:stretch/>
        </p:blipFill>
        <p:spPr>
          <a:xfrm>
            <a:off x="2436987" y="10"/>
            <a:ext cx="9755014" cy="6857990"/>
          </a:xfrm>
          <a:custGeom>
            <a:avLst/>
            <a:gdLst/>
            <a:ahLst/>
            <a:cxnLst/>
            <a:rect l="l" t="t" r="r" b="b"/>
            <a:pathLst>
              <a:path w="9755014" h="6858000">
                <a:moveTo>
                  <a:pt x="3516793" y="0"/>
                </a:moveTo>
                <a:lnTo>
                  <a:pt x="9755014" y="0"/>
                </a:lnTo>
                <a:lnTo>
                  <a:pt x="9755014" y="6858000"/>
                </a:lnTo>
                <a:lnTo>
                  <a:pt x="0" y="6858000"/>
                </a:lnTo>
                <a:lnTo>
                  <a:pt x="112947" y="6800152"/>
                </a:lnTo>
                <a:cubicBezTo>
                  <a:pt x="2182349" y="5675986"/>
                  <a:pt x="3587167" y="3483472"/>
                  <a:pt x="3587167" y="962844"/>
                </a:cubicBezTo>
                <a:cubicBezTo>
                  <a:pt x="3587167" y="733696"/>
                  <a:pt x="3575557" y="507260"/>
                  <a:pt x="3552893" y="284091"/>
                </a:cubicBezTo>
                <a:close/>
              </a:path>
            </a:pathLst>
          </a:cu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3884F1C-A5B9-48B2-AA60-375D3002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5FFC9D2-D020-45DB-B685-1D946BD5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C092F-DE44-964A-9F1F-3EBDAC7F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52282"/>
            <a:ext cx="4151376" cy="26854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1"/>
                </a:solidFill>
              </a:rPr>
              <a:t>Model View Controller (MVC)</a:t>
            </a:r>
          </a:p>
        </p:txBody>
      </p:sp>
    </p:spTree>
    <p:extLst>
      <p:ext uri="{BB962C8B-B14F-4D97-AF65-F5344CB8AC3E}">
        <p14:creationId xmlns:p14="http://schemas.microsoft.com/office/powerpoint/2010/main" val="426516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7A49E-1BAE-394B-8C1D-5D720DC1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Virtuelle Environments (.</a:t>
            </a:r>
            <a:r>
              <a:rPr lang="de-DE" dirty="0" err="1"/>
              <a:t>venv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86C8BA-72CB-E445-A088-802A93708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Virtuelle Environments helfen die Abhängigkeiten verschiedener Projekte klar zu trennen.</a:t>
            </a:r>
          </a:p>
          <a:p>
            <a:r>
              <a:rPr lang="de-DE" dirty="0"/>
              <a:t>Beispiel: Projekt A verwendet Library X 1.1 und Projekt B Library X 2.8</a:t>
            </a:r>
          </a:p>
          <a:p>
            <a:r>
              <a:rPr lang="de-DE" dirty="0"/>
              <a:t>Wann macht ein </a:t>
            </a:r>
            <a:r>
              <a:rPr lang="de-DE" dirty="0" err="1"/>
              <a:t>venv</a:t>
            </a:r>
            <a:r>
              <a:rPr lang="de-DE" dirty="0"/>
              <a:t> Sinn</a:t>
            </a:r>
          </a:p>
          <a:p>
            <a:pPr lvl="1"/>
            <a:r>
              <a:rPr lang="de-DE" dirty="0"/>
              <a:t>Default: Jedes Projekt verwendet die selben Quellen</a:t>
            </a:r>
          </a:p>
          <a:p>
            <a:pPr lvl="1"/>
            <a:r>
              <a:rPr lang="de-DE" dirty="0"/>
              <a:t>=&gt; Chaos ist vorprogrammiert</a:t>
            </a:r>
          </a:p>
          <a:p>
            <a:pPr lvl="1"/>
            <a:r>
              <a:rPr lang="de-DE" dirty="0"/>
              <a:t>Antwort: immer!</a:t>
            </a:r>
          </a:p>
        </p:txBody>
      </p:sp>
    </p:spTree>
    <p:extLst>
      <p:ext uri="{BB962C8B-B14F-4D97-AF65-F5344CB8AC3E}">
        <p14:creationId xmlns:p14="http://schemas.microsoft.com/office/powerpoint/2010/main" val="2009966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53DD82-220F-2844-8673-3ED0F6ADF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Venv</a:t>
            </a:r>
            <a:r>
              <a:rPr lang="de-DE" dirty="0"/>
              <a:t> erstellen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8AEA20-67AE-4848-83E7-1E10B6D0F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Venv</a:t>
            </a:r>
            <a:r>
              <a:rPr lang="de-DE" dirty="0"/>
              <a:t> erstellen:</a:t>
            </a:r>
          </a:p>
          <a:p>
            <a:pPr lvl="1"/>
            <a:r>
              <a:rPr lang="de-DE" dirty="0"/>
              <a:t>MAC/Linux: python3 –m </a:t>
            </a:r>
            <a:r>
              <a:rPr lang="de-DE" dirty="0" err="1"/>
              <a:t>venv</a:t>
            </a:r>
            <a:r>
              <a:rPr lang="de-DE" dirty="0"/>
              <a:t> /</a:t>
            </a:r>
            <a:r>
              <a:rPr lang="de-DE" dirty="0" err="1"/>
              <a:t>pfad</a:t>
            </a:r>
            <a:r>
              <a:rPr lang="de-DE" dirty="0"/>
              <a:t>/</a:t>
            </a:r>
          </a:p>
          <a:p>
            <a:pPr lvl="1"/>
            <a:r>
              <a:rPr lang="de-DE" dirty="0"/>
              <a:t>Windows: </a:t>
            </a:r>
            <a:r>
              <a:rPr lang="de-DE" dirty="0" err="1"/>
              <a:t>python</a:t>
            </a:r>
            <a:r>
              <a:rPr lang="de-DE" dirty="0"/>
              <a:t> –m </a:t>
            </a:r>
            <a:r>
              <a:rPr lang="de-DE" dirty="0" err="1"/>
              <a:t>venv</a:t>
            </a:r>
            <a:r>
              <a:rPr lang="de-DE" dirty="0"/>
              <a:t> </a:t>
            </a:r>
            <a:r>
              <a:rPr lang="de-DE" dirty="0" err="1"/>
              <a:t>drive</a:t>
            </a:r>
            <a:r>
              <a:rPr lang="de-DE" dirty="0"/>
              <a:t>:...</a:t>
            </a:r>
          </a:p>
          <a:p>
            <a:r>
              <a:rPr lang="de-DE" dirty="0"/>
              <a:t>Python Interpreter auf das </a:t>
            </a:r>
            <a:r>
              <a:rPr lang="de-DE" dirty="0" err="1"/>
              <a:t>venv</a:t>
            </a:r>
            <a:r>
              <a:rPr lang="de-DE" dirty="0"/>
              <a:t> umstellen (</a:t>
            </a:r>
            <a:r>
              <a:rPr lang="de-DE" dirty="0" err="1"/>
              <a:t>cmd+Shift+P</a:t>
            </a:r>
            <a:r>
              <a:rPr lang="de-DE" dirty="0"/>
              <a:t>)</a:t>
            </a:r>
          </a:p>
          <a:p>
            <a:r>
              <a:rPr lang="de-DE" dirty="0"/>
              <a:t>Libraries installieren:</a:t>
            </a:r>
          </a:p>
          <a:p>
            <a:pPr lvl="1"/>
            <a:r>
              <a:rPr lang="de-DE" dirty="0" err="1"/>
              <a:t>pip</a:t>
            </a:r>
            <a:r>
              <a:rPr lang="de-DE" dirty="0"/>
              <a:t> </a:t>
            </a:r>
            <a:r>
              <a:rPr lang="de-DE" dirty="0" err="1"/>
              <a:t>install</a:t>
            </a:r>
            <a:r>
              <a:rPr lang="de-DE" dirty="0"/>
              <a:t> –</a:t>
            </a:r>
            <a:r>
              <a:rPr lang="de-DE" dirty="0" err="1"/>
              <a:t>r</a:t>
            </a:r>
            <a:r>
              <a:rPr lang="de-DE" dirty="0"/>
              <a:t> </a:t>
            </a:r>
            <a:r>
              <a:rPr lang="de-DE" dirty="0" err="1"/>
              <a:t>requirements.txt</a:t>
            </a:r>
            <a:r>
              <a:rPr lang="de-DE" dirty="0"/>
              <a:t>	</a:t>
            </a:r>
          </a:p>
          <a:p>
            <a:r>
              <a:rPr lang="de-DE" dirty="0"/>
              <a:t>Hinweis: das </a:t>
            </a:r>
            <a:r>
              <a:rPr lang="de-DE" dirty="0" err="1"/>
              <a:t>venv</a:t>
            </a:r>
            <a:r>
              <a:rPr lang="de-DE" dirty="0"/>
              <a:t> bitte in </a:t>
            </a:r>
            <a:r>
              <a:rPr lang="de-DE" dirty="0" err="1"/>
              <a:t>gitignore</a:t>
            </a:r>
            <a:r>
              <a:rPr lang="de-DE"/>
              <a:t> aufnehmen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05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499</Words>
  <Application>Microsoft Macintosh PowerPoint</Application>
  <PresentationFormat>Breitbild</PresentationFormat>
  <Paragraphs>69</Paragraphs>
  <Slides>12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</vt:lpstr>
      <vt:lpstr>Python</vt:lpstr>
      <vt:lpstr>Agenda</vt:lpstr>
      <vt:lpstr>Einstiegspunkte</vt:lpstr>
      <vt:lpstr>Einstiegspunkte ff.</vt:lpstr>
      <vt:lpstr>Schritt1</vt:lpstr>
      <vt:lpstr>Schritt2</vt:lpstr>
      <vt:lpstr>Test</vt:lpstr>
      <vt:lpstr>Design Pattern (Entwurfsmuster)</vt:lpstr>
      <vt:lpstr>Model View Controller (MVC)</vt:lpstr>
      <vt:lpstr>Virtuelle Environments (.venv)</vt:lpstr>
      <vt:lpstr>Venv erstellen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53</cp:revision>
  <dcterms:created xsi:type="dcterms:W3CDTF">2021-11-18T12:30:48Z</dcterms:created>
  <dcterms:modified xsi:type="dcterms:W3CDTF">2021-12-11T11:02:38Z</dcterms:modified>
</cp:coreProperties>
</file>