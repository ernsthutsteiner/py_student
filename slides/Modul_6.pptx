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8" r:id="rId19"/>
    <p:sldId id="289" r:id="rId20"/>
    <p:sldId id="290" r:id="rId21"/>
    <p:sldId id="287" r:id="rId22"/>
    <p:sldId id="270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2"/>
    <p:restoredTop sz="95859"/>
  </p:normalViewPr>
  <p:slideViewPr>
    <p:cSldViewPr snapToGrid="0" snapToObjects="1">
      <p:cViewPr varScale="1">
        <p:scale>
          <a:sx n="107" d="100"/>
          <a:sy n="107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876A83-EA40-DD4A-A3E1-0A0E84DC5D0B}" type="doc">
      <dgm:prSet loTypeId="urn:microsoft.com/office/officeart/2005/8/layout/hierarchy1" loCatId="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477C9B73-D09D-2A4A-92DA-F2B36215EA5A}">
      <dgm:prSet phldrT="[Text]"/>
      <dgm:spPr/>
      <dgm:t>
        <a:bodyPr/>
        <a:lstStyle/>
        <a:p>
          <a:r>
            <a:rPr lang="de-DE" dirty="0"/>
            <a:t>Wirbeltiere</a:t>
          </a:r>
        </a:p>
      </dgm:t>
    </dgm:pt>
    <dgm:pt modelId="{543FB748-54BF-684C-B66D-C0C9CB41CA45}" type="parTrans" cxnId="{E91A5043-38B7-564D-8A29-08D2413CC06F}">
      <dgm:prSet/>
      <dgm:spPr/>
      <dgm:t>
        <a:bodyPr/>
        <a:lstStyle/>
        <a:p>
          <a:endParaRPr lang="de-DE"/>
        </a:p>
      </dgm:t>
    </dgm:pt>
    <dgm:pt modelId="{2562ECC8-928A-0A4F-8C7B-7DEAA299D306}" type="sibTrans" cxnId="{E91A5043-38B7-564D-8A29-08D2413CC06F}">
      <dgm:prSet/>
      <dgm:spPr/>
      <dgm:t>
        <a:bodyPr/>
        <a:lstStyle/>
        <a:p>
          <a:endParaRPr lang="de-DE"/>
        </a:p>
      </dgm:t>
    </dgm:pt>
    <dgm:pt modelId="{DD4CBB4D-CE6F-6D47-BE54-52E6DF1955E0}">
      <dgm:prSet phldrT="[Text]"/>
      <dgm:spPr/>
      <dgm:t>
        <a:bodyPr/>
        <a:lstStyle/>
        <a:p>
          <a:r>
            <a:rPr lang="de-DE" dirty="0"/>
            <a:t>Säugetiere</a:t>
          </a:r>
        </a:p>
      </dgm:t>
    </dgm:pt>
    <dgm:pt modelId="{4DC94983-17A9-AA46-8E97-62A75801B839}" type="parTrans" cxnId="{75E8EA45-BCCA-1D4D-A066-870F6CF73F50}">
      <dgm:prSet/>
      <dgm:spPr/>
      <dgm:t>
        <a:bodyPr/>
        <a:lstStyle/>
        <a:p>
          <a:endParaRPr lang="de-DE"/>
        </a:p>
      </dgm:t>
    </dgm:pt>
    <dgm:pt modelId="{4028A858-36C6-BE47-A2C7-E41C0E75E486}" type="sibTrans" cxnId="{75E8EA45-BCCA-1D4D-A066-870F6CF73F50}">
      <dgm:prSet/>
      <dgm:spPr/>
      <dgm:t>
        <a:bodyPr/>
        <a:lstStyle/>
        <a:p>
          <a:endParaRPr lang="de-DE"/>
        </a:p>
      </dgm:t>
    </dgm:pt>
    <dgm:pt modelId="{8C074AF2-ABEE-484D-AD6F-06EBFBCA83B0}">
      <dgm:prSet phldrT="[Text]"/>
      <dgm:spPr/>
      <dgm:t>
        <a:bodyPr/>
        <a:lstStyle/>
        <a:p>
          <a:r>
            <a:rPr lang="de-DE" dirty="0"/>
            <a:t>Mensch</a:t>
          </a:r>
        </a:p>
      </dgm:t>
    </dgm:pt>
    <dgm:pt modelId="{A831CF78-C460-3A4D-8F01-B0B8F419208D}" type="parTrans" cxnId="{8047B599-EFC4-6949-B342-6EB199D184F8}">
      <dgm:prSet/>
      <dgm:spPr/>
      <dgm:t>
        <a:bodyPr/>
        <a:lstStyle/>
        <a:p>
          <a:endParaRPr lang="de-DE"/>
        </a:p>
      </dgm:t>
    </dgm:pt>
    <dgm:pt modelId="{087AE2A7-E7B1-444B-B798-BC5E2CEC3469}" type="sibTrans" cxnId="{8047B599-EFC4-6949-B342-6EB199D184F8}">
      <dgm:prSet/>
      <dgm:spPr/>
      <dgm:t>
        <a:bodyPr/>
        <a:lstStyle/>
        <a:p>
          <a:endParaRPr lang="de-DE"/>
        </a:p>
      </dgm:t>
    </dgm:pt>
    <dgm:pt modelId="{87DAEC50-9CE9-324F-A2E9-115A425733D4}">
      <dgm:prSet phldrT="[Text]"/>
      <dgm:spPr/>
      <dgm:t>
        <a:bodyPr/>
        <a:lstStyle/>
        <a:p>
          <a:r>
            <a:rPr lang="de-DE" dirty="0"/>
            <a:t>Huftiere</a:t>
          </a:r>
        </a:p>
      </dgm:t>
    </dgm:pt>
    <dgm:pt modelId="{298606E6-ACC8-8741-AAFB-88258F17BBCF}" type="parTrans" cxnId="{018EC86F-116C-F949-99C1-A238228E609C}">
      <dgm:prSet/>
      <dgm:spPr/>
      <dgm:t>
        <a:bodyPr/>
        <a:lstStyle/>
        <a:p>
          <a:endParaRPr lang="de-DE"/>
        </a:p>
      </dgm:t>
    </dgm:pt>
    <dgm:pt modelId="{9D20C90D-17EF-A64A-986B-FC6567EDE54E}" type="sibTrans" cxnId="{018EC86F-116C-F949-99C1-A238228E609C}">
      <dgm:prSet/>
      <dgm:spPr/>
      <dgm:t>
        <a:bodyPr/>
        <a:lstStyle/>
        <a:p>
          <a:endParaRPr lang="de-DE"/>
        </a:p>
      </dgm:t>
    </dgm:pt>
    <dgm:pt modelId="{24D46B9A-3D89-124D-83C1-A285ED722405}">
      <dgm:prSet phldrT="[Text]"/>
      <dgm:spPr/>
      <dgm:t>
        <a:bodyPr/>
        <a:lstStyle/>
        <a:p>
          <a:r>
            <a:rPr lang="de-DE" dirty="0"/>
            <a:t>Reptilien</a:t>
          </a:r>
        </a:p>
      </dgm:t>
    </dgm:pt>
    <dgm:pt modelId="{47FE1844-2242-3140-889B-7C6C7F99694B}" type="parTrans" cxnId="{B6406C37-4121-B642-9735-9BBFAB31A82D}">
      <dgm:prSet/>
      <dgm:spPr/>
      <dgm:t>
        <a:bodyPr/>
        <a:lstStyle/>
        <a:p>
          <a:endParaRPr lang="de-DE"/>
        </a:p>
      </dgm:t>
    </dgm:pt>
    <dgm:pt modelId="{21E83097-F6A6-0C41-B291-20DCFC0AC14E}" type="sibTrans" cxnId="{B6406C37-4121-B642-9735-9BBFAB31A82D}">
      <dgm:prSet/>
      <dgm:spPr/>
      <dgm:t>
        <a:bodyPr/>
        <a:lstStyle/>
        <a:p>
          <a:endParaRPr lang="de-DE"/>
        </a:p>
      </dgm:t>
    </dgm:pt>
    <dgm:pt modelId="{0B4E9450-3018-D54E-BB3F-9A7310460474}">
      <dgm:prSet phldrT="[Text]"/>
      <dgm:spPr/>
      <dgm:t>
        <a:bodyPr/>
        <a:lstStyle/>
        <a:p>
          <a:r>
            <a:rPr lang="de-DE" dirty="0"/>
            <a:t>Schlange</a:t>
          </a:r>
        </a:p>
      </dgm:t>
    </dgm:pt>
    <dgm:pt modelId="{96AAC11E-000D-634D-8301-F0106D4E7A91}" type="parTrans" cxnId="{37C5379F-56E5-2343-8CE0-8438ADB8C172}">
      <dgm:prSet/>
      <dgm:spPr/>
      <dgm:t>
        <a:bodyPr/>
        <a:lstStyle/>
        <a:p>
          <a:endParaRPr lang="de-DE"/>
        </a:p>
      </dgm:t>
    </dgm:pt>
    <dgm:pt modelId="{BB7E0F1B-0F0C-C346-AFAA-4DA6DDC29024}" type="sibTrans" cxnId="{37C5379F-56E5-2343-8CE0-8438ADB8C172}">
      <dgm:prSet/>
      <dgm:spPr/>
      <dgm:t>
        <a:bodyPr/>
        <a:lstStyle/>
        <a:p>
          <a:endParaRPr lang="de-DE"/>
        </a:p>
      </dgm:t>
    </dgm:pt>
    <dgm:pt modelId="{39B1D501-83B9-444C-B26A-051F695AF523}" type="pres">
      <dgm:prSet presAssocID="{3E876A83-EA40-DD4A-A3E1-0A0E84DC5D0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33BEA88-3D16-CE4A-8AE7-5FC74FE12192}" type="pres">
      <dgm:prSet presAssocID="{477C9B73-D09D-2A4A-92DA-F2B36215EA5A}" presName="hierRoot1" presStyleCnt="0"/>
      <dgm:spPr/>
    </dgm:pt>
    <dgm:pt modelId="{F9FCD87F-9E71-2542-9B13-90CB62ACB882}" type="pres">
      <dgm:prSet presAssocID="{477C9B73-D09D-2A4A-92DA-F2B36215EA5A}" presName="composite" presStyleCnt="0"/>
      <dgm:spPr/>
    </dgm:pt>
    <dgm:pt modelId="{DB2343C5-497B-244A-802E-7530ABB20CF0}" type="pres">
      <dgm:prSet presAssocID="{477C9B73-D09D-2A4A-92DA-F2B36215EA5A}" presName="background" presStyleLbl="node0" presStyleIdx="0" presStyleCnt="1"/>
      <dgm:spPr/>
    </dgm:pt>
    <dgm:pt modelId="{C4C60476-594C-0A47-B0C9-2080E477B1E2}" type="pres">
      <dgm:prSet presAssocID="{477C9B73-D09D-2A4A-92DA-F2B36215EA5A}" presName="text" presStyleLbl="fgAcc0" presStyleIdx="0" presStyleCnt="1">
        <dgm:presLayoutVars>
          <dgm:chPref val="3"/>
        </dgm:presLayoutVars>
      </dgm:prSet>
      <dgm:spPr/>
    </dgm:pt>
    <dgm:pt modelId="{D08A7DEA-68F7-8D4E-9F33-538F3DAD1DC8}" type="pres">
      <dgm:prSet presAssocID="{477C9B73-D09D-2A4A-92DA-F2B36215EA5A}" presName="hierChild2" presStyleCnt="0"/>
      <dgm:spPr/>
    </dgm:pt>
    <dgm:pt modelId="{B36CB090-B199-4349-911A-A53622EC75C7}" type="pres">
      <dgm:prSet presAssocID="{4DC94983-17A9-AA46-8E97-62A75801B839}" presName="Name10" presStyleLbl="parChTrans1D2" presStyleIdx="0" presStyleCnt="2"/>
      <dgm:spPr/>
    </dgm:pt>
    <dgm:pt modelId="{77B5350B-C9C2-D949-88E7-0C23ED9EAEE5}" type="pres">
      <dgm:prSet presAssocID="{DD4CBB4D-CE6F-6D47-BE54-52E6DF1955E0}" presName="hierRoot2" presStyleCnt="0"/>
      <dgm:spPr/>
    </dgm:pt>
    <dgm:pt modelId="{50112F73-0F94-2A44-89A9-04556DE9C1EE}" type="pres">
      <dgm:prSet presAssocID="{DD4CBB4D-CE6F-6D47-BE54-52E6DF1955E0}" presName="composite2" presStyleCnt="0"/>
      <dgm:spPr/>
    </dgm:pt>
    <dgm:pt modelId="{5FBC431D-570D-6C45-B185-744C8B3C6545}" type="pres">
      <dgm:prSet presAssocID="{DD4CBB4D-CE6F-6D47-BE54-52E6DF1955E0}" presName="background2" presStyleLbl="node2" presStyleIdx="0" presStyleCnt="2"/>
      <dgm:spPr/>
    </dgm:pt>
    <dgm:pt modelId="{7F2EEF2B-C1C1-424E-BA1D-FABE08F9B2C2}" type="pres">
      <dgm:prSet presAssocID="{DD4CBB4D-CE6F-6D47-BE54-52E6DF1955E0}" presName="text2" presStyleLbl="fgAcc2" presStyleIdx="0" presStyleCnt="2">
        <dgm:presLayoutVars>
          <dgm:chPref val="3"/>
        </dgm:presLayoutVars>
      </dgm:prSet>
      <dgm:spPr/>
    </dgm:pt>
    <dgm:pt modelId="{88594D54-8CD0-F74B-8838-EAE629E64A23}" type="pres">
      <dgm:prSet presAssocID="{DD4CBB4D-CE6F-6D47-BE54-52E6DF1955E0}" presName="hierChild3" presStyleCnt="0"/>
      <dgm:spPr/>
    </dgm:pt>
    <dgm:pt modelId="{CB861518-F7B0-AF4B-89A6-A0FFAFEC4058}" type="pres">
      <dgm:prSet presAssocID="{A831CF78-C460-3A4D-8F01-B0B8F419208D}" presName="Name17" presStyleLbl="parChTrans1D3" presStyleIdx="0" presStyleCnt="3"/>
      <dgm:spPr/>
    </dgm:pt>
    <dgm:pt modelId="{021DAFB0-6C33-A84F-A491-2B195909DD9A}" type="pres">
      <dgm:prSet presAssocID="{8C074AF2-ABEE-484D-AD6F-06EBFBCA83B0}" presName="hierRoot3" presStyleCnt="0"/>
      <dgm:spPr/>
    </dgm:pt>
    <dgm:pt modelId="{863F843E-8A26-414A-9F5D-1413EBAF7ECA}" type="pres">
      <dgm:prSet presAssocID="{8C074AF2-ABEE-484D-AD6F-06EBFBCA83B0}" presName="composite3" presStyleCnt="0"/>
      <dgm:spPr/>
    </dgm:pt>
    <dgm:pt modelId="{0ACD387F-9060-6F4A-9D68-6E36A86B9300}" type="pres">
      <dgm:prSet presAssocID="{8C074AF2-ABEE-484D-AD6F-06EBFBCA83B0}" presName="background3" presStyleLbl="node3" presStyleIdx="0" presStyleCnt="3"/>
      <dgm:spPr/>
    </dgm:pt>
    <dgm:pt modelId="{8E0EAA04-6C80-584C-A1E5-AF0E56E9EE2B}" type="pres">
      <dgm:prSet presAssocID="{8C074AF2-ABEE-484D-AD6F-06EBFBCA83B0}" presName="text3" presStyleLbl="fgAcc3" presStyleIdx="0" presStyleCnt="3">
        <dgm:presLayoutVars>
          <dgm:chPref val="3"/>
        </dgm:presLayoutVars>
      </dgm:prSet>
      <dgm:spPr/>
    </dgm:pt>
    <dgm:pt modelId="{0CF22067-0E99-A944-AB76-F02E4AD47813}" type="pres">
      <dgm:prSet presAssocID="{8C074AF2-ABEE-484D-AD6F-06EBFBCA83B0}" presName="hierChild4" presStyleCnt="0"/>
      <dgm:spPr/>
    </dgm:pt>
    <dgm:pt modelId="{584101DA-8E94-5744-84AA-20DA261049BE}" type="pres">
      <dgm:prSet presAssocID="{298606E6-ACC8-8741-AAFB-88258F17BBCF}" presName="Name17" presStyleLbl="parChTrans1D3" presStyleIdx="1" presStyleCnt="3"/>
      <dgm:spPr/>
    </dgm:pt>
    <dgm:pt modelId="{5860568F-1567-8B43-B0FB-1AF7311B511A}" type="pres">
      <dgm:prSet presAssocID="{87DAEC50-9CE9-324F-A2E9-115A425733D4}" presName="hierRoot3" presStyleCnt="0"/>
      <dgm:spPr/>
    </dgm:pt>
    <dgm:pt modelId="{9D8E212C-E908-344F-977D-59B32B6D6001}" type="pres">
      <dgm:prSet presAssocID="{87DAEC50-9CE9-324F-A2E9-115A425733D4}" presName="composite3" presStyleCnt="0"/>
      <dgm:spPr/>
    </dgm:pt>
    <dgm:pt modelId="{DBB4B585-6E39-C947-B3D2-EE0751760F22}" type="pres">
      <dgm:prSet presAssocID="{87DAEC50-9CE9-324F-A2E9-115A425733D4}" presName="background3" presStyleLbl="node3" presStyleIdx="1" presStyleCnt="3"/>
      <dgm:spPr/>
    </dgm:pt>
    <dgm:pt modelId="{B1EA35E3-A218-2247-9498-238E7B6B2191}" type="pres">
      <dgm:prSet presAssocID="{87DAEC50-9CE9-324F-A2E9-115A425733D4}" presName="text3" presStyleLbl="fgAcc3" presStyleIdx="1" presStyleCnt="3">
        <dgm:presLayoutVars>
          <dgm:chPref val="3"/>
        </dgm:presLayoutVars>
      </dgm:prSet>
      <dgm:spPr/>
    </dgm:pt>
    <dgm:pt modelId="{156AD426-3613-3F40-A303-B96FE0FB34EF}" type="pres">
      <dgm:prSet presAssocID="{87DAEC50-9CE9-324F-A2E9-115A425733D4}" presName="hierChild4" presStyleCnt="0"/>
      <dgm:spPr/>
    </dgm:pt>
    <dgm:pt modelId="{40CCFD00-6495-6945-B2FE-A98765712031}" type="pres">
      <dgm:prSet presAssocID="{47FE1844-2242-3140-889B-7C6C7F99694B}" presName="Name10" presStyleLbl="parChTrans1D2" presStyleIdx="1" presStyleCnt="2"/>
      <dgm:spPr/>
    </dgm:pt>
    <dgm:pt modelId="{616016A7-5F1E-E843-88D6-860BF10BE49E}" type="pres">
      <dgm:prSet presAssocID="{24D46B9A-3D89-124D-83C1-A285ED722405}" presName="hierRoot2" presStyleCnt="0"/>
      <dgm:spPr/>
    </dgm:pt>
    <dgm:pt modelId="{BE15717A-0B35-0848-8E11-B00AC99777D5}" type="pres">
      <dgm:prSet presAssocID="{24D46B9A-3D89-124D-83C1-A285ED722405}" presName="composite2" presStyleCnt="0"/>
      <dgm:spPr/>
    </dgm:pt>
    <dgm:pt modelId="{CF67C3FC-69DE-E84A-AB87-00F5206B4E20}" type="pres">
      <dgm:prSet presAssocID="{24D46B9A-3D89-124D-83C1-A285ED722405}" presName="background2" presStyleLbl="node2" presStyleIdx="1" presStyleCnt="2"/>
      <dgm:spPr/>
    </dgm:pt>
    <dgm:pt modelId="{378EDBA2-4964-E34B-8EBD-0C54493A2E98}" type="pres">
      <dgm:prSet presAssocID="{24D46B9A-3D89-124D-83C1-A285ED722405}" presName="text2" presStyleLbl="fgAcc2" presStyleIdx="1" presStyleCnt="2">
        <dgm:presLayoutVars>
          <dgm:chPref val="3"/>
        </dgm:presLayoutVars>
      </dgm:prSet>
      <dgm:spPr/>
    </dgm:pt>
    <dgm:pt modelId="{89583D02-14E8-3648-B710-8469BC48F2B8}" type="pres">
      <dgm:prSet presAssocID="{24D46B9A-3D89-124D-83C1-A285ED722405}" presName="hierChild3" presStyleCnt="0"/>
      <dgm:spPr/>
    </dgm:pt>
    <dgm:pt modelId="{5617F60B-0DCF-0843-914C-3C95AAADDA5E}" type="pres">
      <dgm:prSet presAssocID="{96AAC11E-000D-634D-8301-F0106D4E7A91}" presName="Name17" presStyleLbl="parChTrans1D3" presStyleIdx="2" presStyleCnt="3"/>
      <dgm:spPr/>
    </dgm:pt>
    <dgm:pt modelId="{042702EE-77A3-6146-85F6-BB67E362F505}" type="pres">
      <dgm:prSet presAssocID="{0B4E9450-3018-D54E-BB3F-9A7310460474}" presName="hierRoot3" presStyleCnt="0"/>
      <dgm:spPr/>
    </dgm:pt>
    <dgm:pt modelId="{0A1DFA19-FE7D-1546-BDDA-6C6FAF73F9E6}" type="pres">
      <dgm:prSet presAssocID="{0B4E9450-3018-D54E-BB3F-9A7310460474}" presName="composite3" presStyleCnt="0"/>
      <dgm:spPr/>
    </dgm:pt>
    <dgm:pt modelId="{4CAED339-8C7B-B74A-A1D3-AC36C9D40B44}" type="pres">
      <dgm:prSet presAssocID="{0B4E9450-3018-D54E-BB3F-9A7310460474}" presName="background3" presStyleLbl="node3" presStyleIdx="2" presStyleCnt="3"/>
      <dgm:spPr/>
    </dgm:pt>
    <dgm:pt modelId="{209CF0A1-91DD-7043-AE3B-9541204887A6}" type="pres">
      <dgm:prSet presAssocID="{0B4E9450-3018-D54E-BB3F-9A7310460474}" presName="text3" presStyleLbl="fgAcc3" presStyleIdx="2" presStyleCnt="3">
        <dgm:presLayoutVars>
          <dgm:chPref val="3"/>
        </dgm:presLayoutVars>
      </dgm:prSet>
      <dgm:spPr/>
    </dgm:pt>
    <dgm:pt modelId="{41EAC177-A653-D140-BCCD-5E64DAC2CD0D}" type="pres">
      <dgm:prSet presAssocID="{0B4E9450-3018-D54E-BB3F-9A7310460474}" presName="hierChild4" presStyleCnt="0"/>
      <dgm:spPr/>
    </dgm:pt>
  </dgm:ptLst>
  <dgm:cxnLst>
    <dgm:cxn modelId="{C64A6B13-5710-6D49-9FC6-5C703D86F50C}" type="presOf" srcId="{A831CF78-C460-3A4D-8F01-B0B8F419208D}" destId="{CB861518-F7B0-AF4B-89A6-A0FFAFEC4058}" srcOrd="0" destOrd="0" presId="urn:microsoft.com/office/officeart/2005/8/layout/hierarchy1"/>
    <dgm:cxn modelId="{940D531E-DA2C-4949-8BC5-3093C29876E2}" type="presOf" srcId="{477C9B73-D09D-2A4A-92DA-F2B36215EA5A}" destId="{C4C60476-594C-0A47-B0C9-2080E477B1E2}" srcOrd="0" destOrd="0" presId="urn:microsoft.com/office/officeart/2005/8/layout/hierarchy1"/>
    <dgm:cxn modelId="{F25E972D-57CF-4B4B-BE7D-9FB0ACB6C054}" type="presOf" srcId="{8C074AF2-ABEE-484D-AD6F-06EBFBCA83B0}" destId="{8E0EAA04-6C80-584C-A1E5-AF0E56E9EE2B}" srcOrd="0" destOrd="0" presId="urn:microsoft.com/office/officeart/2005/8/layout/hierarchy1"/>
    <dgm:cxn modelId="{B6406C37-4121-B642-9735-9BBFAB31A82D}" srcId="{477C9B73-D09D-2A4A-92DA-F2B36215EA5A}" destId="{24D46B9A-3D89-124D-83C1-A285ED722405}" srcOrd="1" destOrd="0" parTransId="{47FE1844-2242-3140-889B-7C6C7F99694B}" sibTransId="{21E83097-F6A6-0C41-B291-20DCFC0AC14E}"/>
    <dgm:cxn modelId="{E91A5043-38B7-564D-8A29-08D2413CC06F}" srcId="{3E876A83-EA40-DD4A-A3E1-0A0E84DC5D0B}" destId="{477C9B73-D09D-2A4A-92DA-F2B36215EA5A}" srcOrd="0" destOrd="0" parTransId="{543FB748-54BF-684C-B66D-C0C9CB41CA45}" sibTransId="{2562ECC8-928A-0A4F-8C7B-7DEAA299D306}"/>
    <dgm:cxn modelId="{75E8EA45-BCCA-1D4D-A066-870F6CF73F50}" srcId="{477C9B73-D09D-2A4A-92DA-F2B36215EA5A}" destId="{DD4CBB4D-CE6F-6D47-BE54-52E6DF1955E0}" srcOrd="0" destOrd="0" parTransId="{4DC94983-17A9-AA46-8E97-62A75801B839}" sibTransId="{4028A858-36C6-BE47-A2C7-E41C0E75E486}"/>
    <dgm:cxn modelId="{0EB40361-54D4-E24E-BBF3-7F0B18BA7AC6}" type="presOf" srcId="{24D46B9A-3D89-124D-83C1-A285ED722405}" destId="{378EDBA2-4964-E34B-8EBD-0C54493A2E98}" srcOrd="0" destOrd="0" presId="urn:microsoft.com/office/officeart/2005/8/layout/hierarchy1"/>
    <dgm:cxn modelId="{5E64FA69-95A8-FF4C-A6F0-82A10B649FF7}" type="presOf" srcId="{DD4CBB4D-CE6F-6D47-BE54-52E6DF1955E0}" destId="{7F2EEF2B-C1C1-424E-BA1D-FABE08F9B2C2}" srcOrd="0" destOrd="0" presId="urn:microsoft.com/office/officeart/2005/8/layout/hierarchy1"/>
    <dgm:cxn modelId="{018EC86F-116C-F949-99C1-A238228E609C}" srcId="{DD4CBB4D-CE6F-6D47-BE54-52E6DF1955E0}" destId="{87DAEC50-9CE9-324F-A2E9-115A425733D4}" srcOrd="1" destOrd="0" parTransId="{298606E6-ACC8-8741-AAFB-88258F17BBCF}" sibTransId="{9D20C90D-17EF-A64A-986B-FC6567EDE54E}"/>
    <dgm:cxn modelId="{1DC3BB7D-9A02-9A4A-89BA-EAA88150E153}" type="presOf" srcId="{3E876A83-EA40-DD4A-A3E1-0A0E84DC5D0B}" destId="{39B1D501-83B9-444C-B26A-051F695AF523}" srcOrd="0" destOrd="0" presId="urn:microsoft.com/office/officeart/2005/8/layout/hierarchy1"/>
    <dgm:cxn modelId="{AC485A81-DAFC-9946-A31D-A0A8BA831D23}" type="presOf" srcId="{4DC94983-17A9-AA46-8E97-62A75801B839}" destId="{B36CB090-B199-4349-911A-A53622EC75C7}" srcOrd="0" destOrd="0" presId="urn:microsoft.com/office/officeart/2005/8/layout/hierarchy1"/>
    <dgm:cxn modelId="{5B199B8E-460D-C145-AF35-32BB926A8526}" type="presOf" srcId="{0B4E9450-3018-D54E-BB3F-9A7310460474}" destId="{209CF0A1-91DD-7043-AE3B-9541204887A6}" srcOrd="0" destOrd="0" presId="urn:microsoft.com/office/officeart/2005/8/layout/hierarchy1"/>
    <dgm:cxn modelId="{8047B599-EFC4-6949-B342-6EB199D184F8}" srcId="{DD4CBB4D-CE6F-6D47-BE54-52E6DF1955E0}" destId="{8C074AF2-ABEE-484D-AD6F-06EBFBCA83B0}" srcOrd="0" destOrd="0" parTransId="{A831CF78-C460-3A4D-8F01-B0B8F419208D}" sibTransId="{087AE2A7-E7B1-444B-B798-BC5E2CEC3469}"/>
    <dgm:cxn modelId="{37C5379F-56E5-2343-8CE0-8438ADB8C172}" srcId="{24D46B9A-3D89-124D-83C1-A285ED722405}" destId="{0B4E9450-3018-D54E-BB3F-9A7310460474}" srcOrd="0" destOrd="0" parTransId="{96AAC11E-000D-634D-8301-F0106D4E7A91}" sibTransId="{BB7E0F1B-0F0C-C346-AFAA-4DA6DDC29024}"/>
    <dgm:cxn modelId="{0C899FAC-9E71-4246-8D37-50C2618A8696}" type="presOf" srcId="{87DAEC50-9CE9-324F-A2E9-115A425733D4}" destId="{B1EA35E3-A218-2247-9498-238E7B6B2191}" srcOrd="0" destOrd="0" presId="urn:microsoft.com/office/officeart/2005/8/layout/hierarchy1"/>
    <dgm:cxn modelId="{CFA9B1BD-1C63-8F44-82D0-7C0B1E953D80}" type="presOf" srcId="{96AAC11E-000D-634D-8301-F0106D4E7A91}" destId="{5617F60B-0DCF-0843-914C-3C95AAADDA5E}" srcOrd="0" destOrd="0" presId="urn:microsoft.com/office/officeart/2005/8/layout/hierarchy1"/>
    <dgm:cxn modelId="{27C1ECED-6FAD-1549-96D6-D2BAD431CBE4}" type="presOf" srcId="{47FE1844-2242-3140-889B-7C6C7F99694B}" destId="{40CCFD00-6495-6945-B2FE-A98765712031}" srcOrd="0" destOrd="0" presId="urn:microsoft.com/office/officeart/2005/8/layout/hierarchy1"/>
    <dgm:cxn modelId="{71E947F0-E9AC-544E-BBD8-183A955B36D9}" type="presOf" srcId="{298606E6-ACC8-8741-AAFB-88258F17BBCF}" destId="{584101DA-8E94-5744-84AA-20DA261049BE}" srcOrd="0" destOrd="0" presId="urn:microsoft.com/office/officeart/2005/8/layout/hierarchy1"/>
    <dgm:cxn modelId="{7F938B82-BAD1-444C-9221-D57A0B619CB2}" type="presParOf" srcId="{39B1D501-83B9-444C-B26A-051F695AF523}" destId="{F33BEA88-3D16-CE4A-8AE7-5FC74FE12192}" srcOrd="0" destOrd="0" presId="urn:microsoft.com/office/officeart/2005/8/layout/hierarchy1"/>
    <dgm:cxn modelId="{1CEC35AF-026E-B441-8B85-8E6F6A3CC7F0}" type="presParOf" srcId="{F33BEA88-3D16-CE4A-8AE7-5FC74FE12192}" destId="{F9FCD87F-9E71-2542-9B13-90CB62ACB882}" srcOrd="0" destOrd="0" presId="urn:microsoft.com/office/officeart/2005/8/layout/hierarchy1"/>
    <dgm:cxn modelId="{C8B87F8A-2367-524C-8B6C-E3E412F825EF}" type="presParOf" srcId="{F9FCD87F-9E71-2542-9B13-90CB62ACB882}" destId="{DB2343C5-497B-244A-802E-7530ABB20CF0}" srcOrd="0" destOrd="0" presId="urn:microsoft.com/office/officeart/2005/8/layout/hierarchy1"/>
    <dgm:cxn modelId="{42CC0AC3-17F1-414C-B64B-3185ABD0B644}" type="presParOf" srcId="{F9FCD87F-9E71-2542-9B13-90CB62ACB882}" destId="{C4C60476-594C-0A47-B0C9-2080E477B1E2}" srcOrd="1" destOrd="0" presId="urn:microsoft.com/office/officeart/2005/8/layout/hierarchy1"/>
    <dgm:cxn modelId="{84169839-BBDE-6F4D-AD37-8974FA7C10D2}" type="presParOf" srcId="{F33BEA88-3D16-CE4A-8AE7-5FC74FE12192}" destId="{D08A7DEA-68F7-8D4E-9F33-538F3DAD1DC8}" srcOrd="1" destOrd="0" presId="urn:microsoft.com/office/officeart/2005/8/layout/hierarchy1"/>
    <dgm:cxn modelId="{674328E7-D32A-F54A-AB6E-3A069A941AAB}" type="presParOf" srcId="{D08A7DEA-68F7-8D4E-9F33-538F3DAD1DC8}" destId="{B36CB090-B199-4349-911A-A53622EC75C7}" srcOrd="0" destOrd="0" presId="urn:microsoft.com/office/officeart/2005/8/layout/hierarchy1"/>
    <dgm:cxn modelId="{DCD0BB8D-7626-C944-B208-BC3DDFFAC634}" type="presParOf" srcId="{D08A7DEA-68F7-8D4E-9F33-538F3DAD1DC8}" destId="{77B5350B-C9C2-D949-88E7-0C23ED9EAEE5}" srcOrd="1" destOrd="0" presId="urn:microsoft.com/office/officeart/2005/8/layout/hierarchy1"/>
    <dgm:cxn modelId="{3A82039B-ADAE-9F4D-A974-591E44DBA892}" type="presParOf" srcId="{77B5350B-C9C2-D949-88E7-0C23ED9EAEE5}" destId="{50112F73-0F94-2A44-89A9-04556DE9C1EE}" srcOrd="0" destOrd="0" presId="urn:microsoft.com/office/officeart/2005/8/layout/hierarchy1"/>
    <dgm:cxn modelId="{12C57542-1A81-DA4A-AA50-7725B8928AD8}" type="presParOf" srcId="{50112F73-0F94-2A44-89A9-04556DE9C1EE}" destId="{5FBC431D-570D-6C45-B185-744C8B3C6545}" srcOrd="0" destOrd="0" presId="urn:microsoft.com/office/officeart/2005/8/layout/hierarchy1"/>
    <dgm:cxn modelId="{B1DF7164-AF15-EA40-B02A-D21A91B3A096}" type="presParOf" srcId="{50112F73-0F94-2A44-89A9-04556DE9C1EE}" destId="{7F2EEF2B-C1C1-424E-BA1D-FABE08F9B2C2}" srcOrd="1" destOrd="0" presId="urn:microsoft.com/office/officeart/2005/8/layout/hierarchy1"/>
    <dgm:cxn modelId="{0E5A77E5-B825-BD45-A7C4-646C66ECFD9C}" type="presParOf" srcId="{77B5350B-C9C2-D949-88E7-0C23ED9EAEE5}" destId="{88594D54-8CD0-F74B-8838-EAE629E64A23}" srcOrd="1" destOrd="0" presId="urn:microsoft.com/office/officeart/2005/8/layout/hierarchy1"/>
    <dgm:cxn modelId="{34642382-F342-4F49-8DC0-139A5B44A174}" type="presParOf" srcId="{88594D54-8CD0-F74B-8838-EAE629E64A23}" destId="{CB861518-F7B0-AF4B-89A6-A0FFAFEC4058}" srcOrd="0" destOrd="0" presId="urn:microsoft.com/office/officeart/2005/8/layout/hierarchy1"/>
    <dgm:cxn modelId="{25F1DC2E-A9BB-9447-AC8B-A7B25700F3CB}" type="presParOf" srcId="{88594D54-8CD0-F74B-8838-EAE629E64A23}" destId="{021DAFB0-6C33-A84F-A491-2B195909DD9A}" srcOrd="1" destOrd="0" presId="urn:microsoft.com/office/officeart/2005/8/layout/hierarchy1"/>
    <dgm:cxn modelId="{9BA90546-4A2D-7544-84F3-0615D35AB0ED}" type="presParOf" srcId="{021DAFB0-6C33-A84F-A491-2B195909DD9A}" destId="{863F843E-8A26-414A-9F5D-1413EBAF7ECA}" srcOrd="0" destOrd="0" presId="urn:microsoft.com/office/officeart/2005/8/layout/hierarchy1"/>
    <dgm:cxn modelId="{98B1E6AD-9035-AD4C-AFF5-CB9AA512DF22}" type="presParOf" srcId="{863F843E-8A26-414A-9F5D-1413EBAF7ECA}" destId="{0ACD387F-9060-6F4A-9D68-6E36A86B9300}" srcOrd="0" destOrd="0" presId="urn:microsoft.com/office/officeart/2005/8/layout/hierarchy1"/>
    <dgm:cxn modelId="{2E0FD007-448D-6947-A64E-12BE583C7D95}" type="presParOf" srcId="{863F843E-8A26-414A-9F5D-1413EBAF7ECA}" destId="{8E0EAA04-6C80-584C-A1E5-AF0E56E9EE2B}" srcOrd="1" destOrd="0" presId="urn:microsoft.com/office/officeart/2005/8/layout/hierarchy1"/>
    <dgm:cxn modelId="{B2EFA987-4506-6A4F-AEB5-82C32975EF59}" type="presParOf" srcId="{021DAFB0-6C33-A84F-A491-2B195909DD9A}" destId="{0CF22067-0E99-A944-AB76-F02E4AD47813}" srcOrd="1" destOrd="0" presId="urn:microsoft.com/office/officeart/2005/8/layout/hierarchy1"/>
    <dgm:cxn modelId="{99D7AC01-39AA-194C-AC63-EBA86A00ABF8}" type="presParOf" srcId="{88594D54-8CD0-F74B-8838-EAE629E64A23}" destId="{584101DA-8E94-5744-84AA-20DA261049BE}" srcOrd="2" destOrd="0" presId="urn:microsoft.com/office/officeart/2005/8/layout/hierarchy1"/>
    <dgm:cxn modelId="{27AF9CA3-25A5-B24F-B214-3652425F6E6F}" type="presParOf" srcId="{88594D54-8CD0-F74B-8838-EAE629E64A23}" destId="{5860568F-1567-8B43-B0FB-1AF7311B511A}" srcOrd="3" destOrd="0" presId="urn:microsoft.com/office/officeart/2005/8/layout/hierarchy1"/>
    <dgm:cxn modelId="{62280B1B-9D13-5F45-8699-78AEBDF535F0}" type="presParOf" srcId="{5860568F-1567-8B43-B0FB-1AF7311B511A}" destId="{9D8E212C-E908-344F-977D-59B32B6D6001}" srcOrd="0" destOrd="0" presId="urn:microsoft.com/office/officeart/2005/8/layout/hierarchy1"/>
    <dgm:cxn modelId="{DC3DB3AE-8BE6-414D-B420-F7094A8E48BB}" type="presParOf" srcId="{9D8E212C-E908-344F-977D-59B32B6D6001}" destId="{DBB4B585-6E39-C947-B3D2-EE0751760F22}" srcOrd="0" destOrd="0" presId="urn:microsoft.com/office/officeart/2005/8/layout/hierarchy1"/>
    <dgm:cxn modelId="{147B5BB3-13D9-6D44-940A-13FC1C987658}" type="presParOf" srcId="{9D8E212C-E908-344F-977D-59B32B6D6001}" destId="{B1EA35E3-A218-2247-9498-238E7B6B2191}" srcOrd="1" destOrd="0" presId="urn:microsoft.com/office/officeart/2005/8/layout/hierarchy1"/>
    <dgm:cxn modelId="{99DC3E3B-9312-CB44-AB9A-12DC57DC9D4E}" type="presParOf" srcId="{5860568F-1567-8B43-B0FB-1AF7311B511A}" destId="{156AD426-3613-3F40-A303-B96FE0FB34EF}" srcOrd="1" destOrd="0" presId="urn:microsoft.com/office/officeart/2005/8/layout/hierarchy1"/>
    <dgm:cxn modelId="{FF9833C7-88FE-2D4C-9487-16E9949D7861}" type="presParOf" srcId="{D08A7DEA-68F7-8D4E-9F33-538F3DAD1DC8}" destId="{40CCFD00-6495-6945-B2FE-A98765712031}" srcOrd="2" destOrd="0" presId="urn:microsoft.com/office/officeart/2005/8/layout/hierarchy1"/>
    <dgm:cxn modelId="{0EEDC2EC-D49C-FB4A-9913-323695CC9A78}" type="presParOf" srcId="{D08A7DEA-68F7-8D4E-9F33-538F3DAD1DC8}" destId="{616016A7-5F1E-E843-88D6-860BF10BE49E}" srcOrd="3" destOrd="0" presId="urn:microsoft.com/office/officeart/2005/8/layout/hierarchy1"/>
    <dgm:cxn modelId="{4CAEEE5B-486B-AE42-82C5-F12A2D0D26F4}" type="presParOf" srcId="{616016A7-5F1E-E843-88D6-860BF10BE49E}" destId="{BE15717A-0B35-0848-8E11-B00AC99777D5}" srcOrd="0" destOrd="0" presId="urn:microsoft.com/office/officeart/2005/8/layout/hierarchy1"/>
    <dgm:cxn modelId="{8344CB49-D3A3-2E40-A3D4-0D4FB79DB2CB}" type="presParOf" srcId="{BE15717A-0B35-0848-8E11-B00AC99777D5}" destId="{CF67C3FC-69DE-E84A-AB87-00F5206B4E20}" srcOrd="0" destOrd="0" presId="urn:microsoft.com/office/officeart/2005/8/layout/hierarchy1"/>
    <dgm:cxn modelId="{9A422CD8-7F59-6B42-9E27-62893A82EC2F}" type="presParOf" srcId="{BE15717A-0B35-0848-8E11-B00AC99777D5}" destId="{378EDBA2-4964-E34B-8EBD-0C54493A2E98}" srcOrd="1" destOrd="0" presId="urn:microsoft.com/office/officeart/2005/8/layout/hierarchy1"/>
    <dgm:cxn modelId="{A9403204-1753-404D-9C3B-C83AAB37C8F4}" type="presParOf" srcId="{616016A7-5F1E-E843-88D6-860BF10BE49E}" destId="{89583D02-14E8-3648-B710-8469BC48F2B8}" srcOrd="1" destOrd="0" presId="urn:microsoft.com/office/officeart/2005/8/layout/hierarchy1"/>
    <dgm:cxn modelId="{EBA35574-CE65-CF4E-858C-830B42EA5B8A}" type="presParOf" srcId="{89583D02-14E8-3648-B710-8469BC48F2B8}" destId="{5617F60B-0DCF-0843-914C-3C95AAADDA5E}" srcOrd="0" destOrd="0" presId="urn:microsoft.com/office/officeart/2005/8/layout/hierarchy1"/>
    <dgm:cxn modelId="{48561DDA-173D-9D4B-8D16-B03BCD1EDC7E}" type="presParOf" srcId="{89583D02-14E8-3648-B710-8469BC48F2B8}" destId="{042702EE-77A3-6146-85F6-BB67E362F505}" srcOrd="1" destOrd="0" presId="urn:microsoft.com/office/officeart/2005/8/layout/hierarchy1"/>
    <dgm:cxn modelId="{2DBA11E2-5A41-9B45-9EFF-B63F48E69939}" type="presParOf" srcId="{042702EE-77A3-6146-85F6-BB67E362F505}" destId="{0A1DFA19-FE7D-1546-BDDA-6C6FAF73F9E6}" srcOrd="0" destOrd="0" presId="urn:microsoft.com/office/officeart/2005/8/layout/hierarchy1"/>
    <dgm:cxn modelId="{CA87C511-3B45-9444-BFBB-C3DACD716AEC}" type="presParOf" srcId="{0A1DFA19-FE7D-1546-BDDA-6C6FAF73F9E6}" destId="{4CAED339-8C7B-B74A-A1D3-AC36C9D40B44}" srcOrd="0" destOrd="0" presId="urn:microsoft.com/office/officeart/2005/8/layout/hierarchy1"/>
    <dgm:cxn modelId="{8CEAD5F7-72E8-6049-9942-91BC058F2DD1}" type="presParOf" srcId="{0A1DFA19-FE7D-1546-BDDA-6C6FAF73F9E6}" destId="{209CF0A1-91DD-7043-AE3B-9541204887A6}" srcOrd="1" destOrd="0" presId="urn:microsoft.com/office/officeart/2005/8/layout/hierarchy1"/>
    <dgm:cxn modelId="{A08AC7A8-1D51-CA40-8BF3-BC9461911A13}" type="presParOf" srcId="{042702EE-77A3-6146-85F6-BB67E362F505}" destId="{41EAC177-A653-D140-BCCD-5E64DAC2CD0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C10264-6D9C-445C-93E2-23E7DA6F134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56D3A67-7DBB-4077-9882-254996240576}">
      <dgm:prSet/>
      <dgm:spPr/>
      <dgm:t>
        <a:bodyPr/>
        <a:lstStyle/>
        <a:p>
          <a:r>
            <a:rPr lang="de-DE" baseline="0" dirty="0"/>
            <a:t>Datenkapselung = wichtiges Prinzip der objektorientierten Programmierung</a:t>
          </a:r>
          <a:endParaRPr lang="en-US" dirty="0"/>
        </a:p>
      </dgm:t>
    </dgm:pt>
    <dgm:pt modelId="{35774B5F-5EB2-4403-8ECB-BC793C1C67C2}" type="parTrans" cxnId="{FE3FAF28-430E-4D73-A8CD-9E2E3FD620DF}">
      <dgm:prSet/>
      <dgm:spPr/>
      <dgm:t>
        <a:bodyPr/>
        <a:lstStyle/>
        <a:p>
          <a:endParaRPr lang="en-US"/>
        </a:p>
      </dgm:t>
    </dgm:pt>
    <dgm:pt modelId="{9E508FE1-BF0B-4D38-9F39-CEF19BB7BA17}" type="sibTrans" cxnId="{FE3FAF28-430E-4D73-A8CD-9E2E3FD620DF}">
      <dgm:prSet/>
      <dgm:spPr/>
      <dgm:t>
        <a:bodyPr/>
        <a:lstStyle/>
        <a:p>
          <a:endParaRPr lang="en-US"/>
        </a:p>
      </dgm:t>
    </dgm:pt>
    <dgm:pt modelId="{FDB7FAF5-25D5-49BE-A896-ABF96C862091}">
      <dgm:prSet/>
      <dgm:spPr/>
      <dgm:t>
        <a:bodyPr/>
        <a:lstStyle/>
        <a:p>
          <a:r>
            <a:rPr lang="de-DE" baseline="0" dirty="0" err="1"/>
            <a:t>Pubilc</a:t>
          </a:r>
          <a:r>
            <a:rPr lang="de-DE" baseline="0" dirty="0"/>
            <a:t>: Zugreifbar von </a:t>
          </a:r>
          <a:r>
            <a:rPr lang="de-DE" baseline="0" dirty="0" err="1"/>
            <a:t>ausserhalb</a:t>
          </a:r>
          <a:r>
            <a:rPr lang="de-DE" baseline="0" dirty="0"/>
            <a:t> der Klasse</a:t>
          </a:r>
          <a:endParaRPr lang="en-US" dirty="0"/>
        </a:p>
      </dgm:t>
    </dgm:pt>
    <dgm:pt modelId="{2F696413-B7B4-4FEC-94B9-233391B52AFC}" type="parTrans" cxnId="{F29297F1-9BFA-481D-B4B6-5EBDF1BDEFF2}">
      <dgm:prSet/>
      <dgm:spPr/>
      <dgm:t>
        <a:bodyPr/>
        <a:lstStyle/>
        <a:p>
          <a:endParaRPr lang="en-US"/>
        </a:p>
      </dgm:t>
    </dgm:pt>
    <dgm:pt modelId="{91E5A136-D175-447C-B055-B24B6A6B2807}" type="sibTrans" cxnId="{F29297F1-9BFA-481D-B4B6-5EBDF1BDEFF2}">
      <dgm:prSet/>
      <dgm:spPr/>
      <dgm:t>
        <a:bodyPr/>
        <a:lstStyle/>
        <a:p>
          <a:endParaRPr lang="en-US"/>
        </a:p>
      </dgm:t>
    </dgm:pt>
    <dgm:pt modelId="{FDC6865F-89B2-4E9B-875A-03F5FE184B3B}">
      <dgm:prSet/>
      <dgm:spPr/>
      <dgm:t>
        <a:bodyPr/>
        <a:lstStyle/>
        <a:p>
          <a:r>
            <a:rPr lang="en-US" dirty="0"/>
            <a:t>Protected: </a:t>
          </a:r>
          <a:r>
            <a:rPr lang="en-US" dirty="0" err="1"/>
            <a:t>Zugreifbar</a:t>
          </a:r>
          <a:r>
            <a:rPr lang="en-US" dirty="0"/>
            <a:t> in der </a:t>
          </a:r>
          <a:r>
            <a:rPr lang="en-US" dirty="0" err="1"/>
            <a:t>Klasse</a:t>
          </a:r>
          <a:r>
            <a:rPr lang="en-US" dirty="0"/>
            <a:t> und </a:t>
          </a:r>
          <a:r>
            <a:rPr lang="en-US" dirty="0" err="1"/>
            <a:t>seinen</a:t>
          </a:r>
          <a:r>
            <a:rPr lang="en-US" dirty="0"/>
            <a:t> </a:t>
          </a:r>
          <a:r>
            <a:rPr lang="en-US" dirty="0" err="1"/>
            <a:t>Unterklassen</a:t>
          </a:r>
          <a:r>
            <a:rPr lang="en-US" dirty="0"/>
            <a:t>. </a:t>
          </a:r>
          <a:r>
            <a:rPr lang="en-US" dirty="0" err="1"/>
            <a:t>Beginnt</a:t>
          </a:r>
          <a:r>
            <a:rPr lang="en-US" dirty="0"/>
            <a:t> </a:t>
          </a:r>
          <a:r>
            <a:rPr lang="en-US" dirty="0" err="1"/>
            <a:t>mit</a:t>
          </a:r>
          <a:r>
            <a:rPr lang="en-US" dirty="0"/>
            <a:t> </a:t>
          </a:r>
          <a:r>
            <a:rPr lang="en-US" dirty="0" err="1"/>
            <a:t>einem</a:t>
          </a:r>
          <a:r>
            <a:rPr lang="en-US" dirty="0"/>
            <a:t> “_”</a:t>
          </a:r>
        </a:p>
      </dgm:t>
    </dgm:pt>
    <dgm:pt modelId="{8B544963-FDBF-4288-B28E-B12BF32315A1}" type="parTrans" cxnId="{114C881A-A9F3-4AF2-8E57-01772B351E4C}">
      <dgm:prSet/>
      <dgm:spPr/>
      <dgm:t>
        <a:bodyPr/>
        <a:lstStyle/>
        <a:p>
          <a:endParaRPr lang="en-US"/>
        </a:p>
      </dgm:t>
    </dgm:pt>
    <dgm:pt modelId="{8EFD9655-5110-440C-B08B-24FB2D05F902}" type="sibTrans" cxnId="{114C881A-A9F3-4AF2-8E57-01772B351E4C}">
      <dgm:prSet/>
      <dgm:spPr/>
      <dgm:t>
        <a:bodyPr/>
        <a:lstStyle/>
        <a:p>
          <a:endParaRPr lang="en-US"/>
        </a:p>
      </dgm:t>
    </dgm:pt>
    <dgm:pt modelId="{7A1E244A-534E-4A38-A5C8-49BACB2060BD}">
      <dgm:prSet/>
      <dgm:spPr/>
      <dgm:t>
        <a:bodyPr/>
        <a:lstStyle/>
        <a:p>
          <a:r>
            <a:rPr lang="de-DE" baseline="0" dirty="0"/>
            <a:t>Private: Zugreifbar innerhalb der Klasse. Beginnt mit zwei „__“</a:t>
          </a:r>
          <a:endParaRPr lang="en-US" dirty="0"/>
        </a:p>
      </dgm:t>
    </dgm:pt>
    <dgm:pt modelId="{D7EEE6DA-FCBF-41EF-962E-F1E33F611DA1}" type="parTrans" cxnId="{F2678CE6-E800-46B7-AE47-F58F82107006}">
      <dgm:prSet/>
      <dgm:spPr/>
      <dgm:t>
        <a:bodyPr/>
        <a:lstStyle/>
        <a:p>
          <a:endParaRPr lang="en-US"/>
        </a:p>
      </dgm:t>
    </dgm:pt>
    <dgm:pt modelId="{81734D5B-6E69-4F74-83C5-A15BBB533A25}" type="sibTrans" cxnId="{F2678CE6-E800-46B7-AE47-F58F82107006}">
      <dgm:prSet/>
      <dgm:spPr/>
      <dgm:t>
        <a:bodyPr/>
        <a:lstStyle/>
        <a:p>
          <a:endParaRPr lang="en-US"/>
        </a:p>
      </dgm:t>
    </dgm:pt>
    <dgm:pt modelId="{CE34E54E-6014-9F43-AE43-CD057E807908}" type="pres">
      <dgm:prSet presAssocID="{C3C10264-6D9C-445C-93E2-23E7DA6F134E}" presName="linear" presStyleCnt="0">
        <dgm:presLayoutVars>
          <dgm:animLvl val="lvl"/>
          <dgm:resizeHandles val="exact"/>
        </dgm:presLayoutVars>
      </dgm:prSet>
      <dgm:spPr/>
    </dgm:pt>
    <dgm:pt modelId="{C3EB7C30-A473-F84E-84E7-74BB7B7008B2}" type="pres">
      <dgm:prSet presAssocID="{056D3A67-7DBB-4077-9882-25499624057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8DEAB7-12D4-4C43-B225-EBE730BDEA0A}" type="pres">
      <dgm:prSet presAssocID="{9E508FE1-BF0B-4D38-9F39-CEF19BB7BA17}" presName="spacer" presStyleCnt="0"/>
      <dgm:spPr/>
    </dgm:pt>
    <dgm:pt modelId="{2657AB46-6569-584D-A012-3B618AE02B35}" type="pres">
      <dgm:prSet presAssocID="{FDB7FAF5-25D5-49BE-A896-ABF96C86209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D7A45D1-C601-AB4A-ABF8-7457524CA85F}" type="pres">
      <dgm:prSet presAssocID="{91E5A136-D175-447C-B055-B24B6A6B2807}" presName="spacer" presStyleCnt="0"/>
      <dgm:spPr/>
    </dgm:pt>
    <dgm:pt modelId="{3F7B294B-37BE-A24E-A58D-D379A613A8FD}" type="pres">
      <dgm:prSet presAssocID="{FDC6865F-89B2-4E9B-875A-03F5FE184B3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F742B41-0D6F-C845-A5DC-81DEE16DBB36}" type="pres">
      <dgm:prSet presAssocID="{8EFD9655-5110-440C-B08B-24FB2D05F902}" presName="spacer" presStyleCnt="0"/>
      <dgm:spPr/>
    </dgm:pt>
    <dgm:pt modelId="{C7A58DF7-7BAC-DA46-A03A-E6E93DFA4ACA}" type="pres">
      <dgm:prSet presAssocID="{7A1E244A-534E-4A38-A5C8-49BACB2060B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14C881A-A9F3-4AF2-8E57-01772B351E4C}" srcId="{C3C10264-6D9C-445C-93E2-23E7DA6F134E}" destId="{FDC6865F-89B2-4E9B-875A-03F5FE184B3B}" srcOrd="2" destOrd="0" parTransId="{8B544963-FDBF-4288-B28E-B12BF32315A1}" sibTransId="{8EFD9655-5110-440C-B08B-24FB2D05F902}"/>
    <dgm:cxn modelId="{09F4C41A-4E5F-3B41-AF76-BBD5CBD498E0}" type="presOf" srcId="{056D3A67-7DBB-4077-9882-254996240576}" destId="{C3EB7C30-A473-F84E-84E7-74BB7B7008B2}" srcOrd="0" destOrd="0" presId="urn:microsoft.com/office/officeart/2005/8/layout/vList2"/>
    <dgm:cxn modelId="{FE3FAF28-430E-4D73-A8CD-9E2E3FD620DF}" srcId="{C3C10264-6D9C-445C-93E2-23E7DA6F134E}" destId="{056D3A67-7DBB-4077-9882-254996240576}" srcOrd="0" destOrd="0" parTransId="{35774B5F-5EB2-4403-8ECB-BC793C1C67C2}" sibTransId="{9E508FE1-BF0B-4D38-9F39-CEF19BB7BA17}"/>
    <dgm:cxn modelId="{11FB6034-3495-724B-AF86-893C51E68416}" type="presOf" srcId="{7A1E244A-534E-4A38-A5C8-49BACB2060BD}" destId="{C7A58DF7-7BAC-DA46-A03A-E6E93DFA4ACA}" srcOrd="0" destOrd="0" presId="urn:microsoft.com/office/officeart/2005/8/layout/vList2"/>
    <dgm:cxn modelId="{CD300766-6330-4441-AA4B-2F5F098EDC8D}" type="presOf" srcId="{FDC6865F-89B2-4E9B-875A-03F5FE184B3B}" destId="{3F7B294B-37BE-A24E-A58D-D379A613A8FD}" srcOrd="0" destOrd="0" presId="urn:microsoft.com/office/officeart/2005/8/layout/vList2"/>
    <dgm:cxn modelId="{60B2968D-20C4-5041-B778-453B7C29C709}" type="presOf" srcId="{FDB7FAF5-25D5-49BE-A896-ABF96C862091}" destId="{2657AB46-6569-584D-A012-3B618AE02B35}" srcOrd="0" destOrd="0" presId="urn:microsoft.com/office/officeart/2005/8/layout/vList2"/>
    <dgm:cxn modelId="{6BBF98E5-FE3F-814F-B221-394CACF884BE}" type="presOf" srcId="{C3C10264-6D9C-445C-93E2-23E7DA6F134E}" destId="{CE34E54E-6014-9F43-AE43-CD057E807908}" srcOrd="0" destOrd="0" presId="urn:microsoft.com/office/officeart/2005/8/layout/vList2"/>
    <dgm:cxn modelId="{F2678CE6-E800-46B7-AE47-F58F82107006}" srcId="{C3C10264-6D9C-445C-93E2-23E7DA6F134E}" destId="{7A1E244A-534E-4A38-A5C8-49BACB2060BD}" srcOrd="3" destOrd="0" parTransId="{D7EEE6DA-FCBF-41EF-962E-F1E33F611DA1}" sibTransId="{81734D5B-6E69-4F74-83C5-A15BBB533A25}"/>
    <dgm:cxn modelId="{F29297F1-9BFA-481D-B4B6-5EBDF1BDEFF2}" srcId="{C3C10264-6D9C-445C-93E2-23E7DA6F134E}" destId="{FDB7FAF5-25D5-49BE-A896-ABF96C862091}" srcOrd="1" destOrd="0" parTransId="{2F696413-B7B4-4FEC-94B9-233391B52AFC}" sibTransId="{91E5A136-D175-447C-B055-B24B6A6B2807}"/>
    <dgm:cxn modelId="{D2629E0F-07D5-0845-A0B4-327BEBF3FB65}" type="presParOf" srcId="{CE34E54E-6014-9F43-AE43-CD057E807908}" destId="{C3EB7C30-A473-F84E-84E7-74BB7B7008B2}" srcOrd="0" destOrd="0" presId="urn:microsoft.com/office/officeart/2005/8/layout/vList2"/>
    <dgm:cxn modelId="{5C05753A-E3D9-6E40-AC5A-0E83B0DD7EEE}" type="presParOf" srcId="{CE34E54E-6014-9F43-AE43-CD057E807908}" destId="{7F8DEAB7-12D4-4C43-B225-EBE730BDEA0A}" srcOrd="1" destOrd="0" presId="urn:microsoft.com/office/officeart/2005/8/layout/vList2"/>
    <dgm:cxn modelId="{F90EAB01-DA95-C043-9EB0-65BA7ED079A9}" type="presParOf" srcId="{CE34E54E-6014-9F43-AE43-CD057E807908}" destId="{2657AB46-6569-584D-A012-3B618AE02B35}" srcOrd="2" destOrd="0" presId="urn:microsoft.com/office/officeart/2005/8/layout/vList2"/>
    <dgm:cxn modelId="{AC0B26B5-FF42-644D-90CC-8EA481347636}" type="presParOf" srcId="{CE34E54E-6014-9F43-AE43-CD057E807908}" destId="{CD7A45D1-C601-AB4A-ABF8-7457524CA85F}" srcOrd="3" destOrd="0" presId="urn:microsoft.com/office/officeart/2005/8/layout/vList2"/>
    <dgm:cxn modelId="{088AC57F-9FD4-5C41-80B9-DB3E3B4FAECC}" type="presParOf" srcId="{CE34E54E-6014-9F43-AE43-CD057E807908}" destId="{3F7B294B-37BE-A24E-A58D-D379A613A8FD}" srcOrd="4" destOrd="0" presId="urn:microsoft.com/office/officeart/2005/8/layout/vList2"/>
    <dgm:cxn modelId="{760F43D8-38C8-7A42-8E06-2BAE5C915353}" type="presParOf" srcId="{CE34E54E-6014-9F43-AE43-CD057E807908}" destId="{5F742B41-0D6F-C845-A5DC-81DEE16DBB36}" srcOrd="5" destOrd="0" presId="urn:microsoft.com/office/officeart/2005/8/layout/vList2"/>
    <dgm:cxn modelId="{9D6CEDED-DE86-D84F-8D10-98F965E42632}" type="presParOf" srcId="{CE34E54E-6014-9F43-AE43-CD057E807908}" destId="{C7A58DF7-7BAC-DA46-A03A-E6E93DFA4A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7F60B-0DCF-0843-914C-3C95AAADDA5E}">
      <dsp:nvSpPr>
        <dsp:cNvPr id="0" name=""/>
        <dsp:cNvSpPr/>
      </dsp:nvSpPr>
      <dsp:spPr>
        <a:xfrm>
          <a:off x="5403541" y="2501209"/>
          <a:ext cx="91440" cy="4658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585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CFD00-6495-6945-B2FE-A98765712031}">
      <dsp:nvSpPr>
        <dsp:cNvPr id="0" name=""/>
        <dsp:cNvSpPr/>
      </dsp:nvSpPr>
      <dsp:spPr>
        <a:xfrm>
          <a:off x="3980955" y="1018220"/>
          <a:ext cx="1468305" cy="4658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465"/>
              </a:lnTo>
              <a:lnTo>
                <a:pt x="1468305" y="317465"/>
              </a:lnTo>
              <a:lnTo>
                <a:pt x="1468305" y="46585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4101DA-8E94-5744-84AA-20DA261049BE}">
      <dsp:nvSpPr>
        <dsp:cNvPr id="0" name=""/>
        <dsp:cNvSpPr/>
      </dsp:nvSpPr>
      <dsp:spPr>
        <a:xfrm>
          <a:off x="2512649" y="2501209"/>
          <a:ext cx="978870" cy="4658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465"/>
              </a:lnTo>
              <a:lnTo>
                <a:pt x="978870" y="317465"/>
              </a:lnTo>
              <a:lnTo>
                <a:pt x="978870" y="46585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861518-F7B0-AF4B-89A6-A0FFAFEC4058}">
      <dsp:nvSpPr>
        <dsp:cNvPr id="0" name=""/>
        <dsp:cNvSpPr/>
      </dsp:nvSpPr>
      <dsp:spPr>
        <a:xfrm>
          <a:off x="1533779" y="2501209"/>
          <a:ext cx="978870" cy="465853"/>
        </a:xfrm>
        <a:custGeom>
          <a:avLst/>
          <a:gdLst/>
          <a:ahLst/>
          <a:cxnLst/>
          <a:rect l="0" t="0" r="0" b="0"/>
          <a:pathLst>
            <a:path>
              <a:moveTo>
                <a:pt x="978870" y="0"/>
              </a:moveTo>
              <a:lnTo>
                <a:pt x="978870" y="317465"/>
              </a:lnTo>
              <a:lnTo>
                <a:pt x="0" y="317465"/>
              </a:lnTo>
              <a:lnTo>
                <a:pt x="0" y="46585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6CB090-B199-4349-911A-A53622EC75C7}">
      <dsp:nvSpPr>
        <dsp:cNvPr id="0" name=""/>
        <dsp:cNvSpPr/>
      </dsp:nvSpPr>
      <dsp:spPr>
        <a:xfrm>
          <a:off x="2512649" y="1018220"/>
          <a:ext cx="1468305" cy="465853"/>
        </a:xfrm>
        <a:custGeom>
          <a:avLst/>
          <a:gdLst/>
          <a:ahLst/>
          <a:cxnLst/>
          <a:rect l="0" t="0" r="0" b="0"/>
          <a:pathLst>
            <a:path>
              <a:moveTo>
                <a:pt x="1468305" y="0"/>
              </a:moveTo>
              <a:lnTo>
                <a:pt x="1468305" y="317465"/>
              </a:lnTo>
              <a:lnTo>
                <a:pt x="0" y="317465"/>
              </a:lnTo>
              <a:lnTo>
                <a:pt x="0" y="46585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2343C5-497B-244A-802E-7530ABB20CF0}">
      <dsp:nvSpPr>
        <dsp:cNvPr id="0" name=""/>
        <dsp:cNvSpPr/>
      </dsp:nvSpPr>
      <dsp:spPr>
        <a:xfrm>
          <a:off x="3180061" y="1085"/>
          <a:ext cx="1601788" cy="1017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4C60476-594C-0A47-B0C9-2080E477B1E2}">
      <dsp:nvSpPr>
        <dsp:cNvPr id="0" name=""/>
        <dsp:cNvSpPr/>
      </dsp:nvSpPr>
      <dsp:spPr>
        <a:xfrm>
          <a:off x="3358037" y="170162"/>
          <a:ext cx="1601788" cy="10171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Wirbeltiere</a:t>
          </a:r>
        </a:p>
      </dsp:txBody>
      <dsp:txXfrm>
        <a:off x="3387828" y="199953"/>
        <a:ext cx="1542206" cy="957553"/>
      </dsp:txXfrm>
    </dsp:sp>
    <dsp:sp modelId="{5FBC431D-570D-6C45-B185-744C8B3C6545}">
      <dsp:nvSpPr>
        <dsp:cNvPr id="0" name=""/>
        <dsp:cNvSpPr/>
      </dsp:nvSpPr>
      <dsp:spPr>
        <a:xfrm>
          <a:off x="1711755" y="1484073"/>
          <a:ext cx="1601788" cy="1017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2EEF2B-C1C1-424E-BA1D-FABE08F9B2C2}">
      <dsp:nvSpPr>
        <dsp:cNvPr id="0" name=""/>
        <dsp:cNvSpPr/>
      </dsp:nvSpPr>
      <dsp:spPr>
        <a:xfrm>
          <a:off x="1889732" y="1653151"/>
          <a:ext cx="1601788" cy="10171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Säugetiere</a:t>
          </a:r>
        </a:p>
      </dsp:txBody>
      <dsp:txXfrm>
        <a:off x="1919523" y="1682942"/>
        <a:ext cx="1542206" cy="957553"/>
      </dsp:txXfrm>
    </dsp:sp>
    <dsp:sp modelId="{0ACD387F-9060-6F4A-9D68-6E36A86B9300}">
      <dsp:nvSpPr>
        <dsp:cNvPr id="0" name=""/>
        <dsp:cNvSpPr/>
      </dsp:nvSpPr>
      <dsp:spPr>
        <a:xfrm>
          <a:off x="732885" y="2967062"/>
          <a:ext cx="1601788" cy="1017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E0EAA04-6C80-584C-A1E5-AF0E56E9EE2B}">
      <dsp:nvSpPr>
        <dsp:cNvPr id="0" name=""/>
        <dsp:cNvSpPr/>
      </dsp:nvSpPr>
      <dsp:spPr>
        <a:xfrm>
          <a:off x="910861" y="3136140"/>
          <a:ext cx="1601788" cy="10171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Mensch</a:t>
          </a:r>
        </a:p>
      </dsp:txBody>
      <dsp:txXfrm>
        <a:off x="940652" y="3165931"/>
        <a:ext cx="1542206" cy="957553"/>
      </dsp:txXfrm>
    </dsp:sp>
    <dsp:sp modelId="{DBB4B585-6E39-C947-B3D2-EE0751760F22}">
      <dsp:nvSpPr>
        <dsp:cNvPr id="0" name=""/>
        <dsp:cNvSpPr/>
      </dsp:nvSpPr>
      <dsp:spPr>
        <a:xfrm>
          <a:off x="2690626" y="2967062"/>
          <a:ext cx="1601788" cy="1017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1EA35E3-A218-2247-9498-238E7B6B2191}">
      <dsp:nvSpPr>
        <dsp:cNvPr id="0" name=""/>
        <dsp:cNvSpPr/>
      </dsp:nvSpPr>
      <dsp:spPr>
        <a:xfrm>
          <a:off x="2868602" y="3136140"/>
          <a:ext cx="1601788" cy="10171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Huftiere</a:t>
          </a:r>
        </a:p>
      </dsp:txBody>
      <dsp:txXfrm>
        <a:off x="2898393" y="3165931"/>
        <a:ext cx="1542206" cy="957553"/>
      </dsp:txXfrm>
    </dsp:sp>
    <dsp:sp modelId="{CF67C3FC-69DE-E84A-AB87-00F5206B4E20}">
      <dsp:nvSpPr>
        <dsp:cNvPr id="0" name=""/>
        <dsp:cNvSpPr/>
      </dsp:nvSpPr>
      <dsp:spPr>
        <a:xfrm>
          <a:off x="4648367" y="1484073"/>
          <a:ext cx="1601788" cy="1017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78EDBA2-4964-E34B-8EBD-0C54493A2E98}">
      <dsp:nvSpPr>
        <dsp:cNvPr id="0" name=""/>
        <dsp:cNvSpPr/>
      </dsp:nvSpPr>
      <dsp:spPr>
        <a:xfrm>
          <a:off x="4826343" y="1653151"/>
          <a:ext cx="1601788" cy="10171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Reptilien</a:t>
          </a:r>
        </a:p>
      </dsp:txBody>
      <dsp:txXfrm>
        <a:off x="4856134" y="1682942"/>
        <a:ext cx="1542206" cy="957553"/>
      </dsp:txXfrm>
    </dsp:sp>
    <dsp:sp modelId="{4CAED339-8C7B-B74A-A1D3-AC36C9D40B44}">
      <dsp:nvSpPr>
        <dsp:cNvPr id="0" name=""/>
        <dsp:cNvSpPr/>
      </dsp:nvSpPr>
      <dsp:spPr>
        <a:xfrm>
          <a:off x="4648367" y="2967062"/>
          <a:ext cx="1601788" cy="10171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9CF0A1-91DD-7043-AE3B-9541204887A6}">
      <dsp:nvSpPr>
        <dsp:cNvPr id="0" name=""/>
        <dsp:cNvSpPr/>
      </dsp:nvSpPr>
      <dsp:spPr>
        <a:xfrm>
          <a:off x="4826343" y="3136140"/>
          <a:ext cx="1601788" cy="10171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Schlange</a:t>
          </a:r>
        </a:p>
      </dsp:txBody>
      <dsp:txXfrm>
        <a:off x="4856134" y="3165931"/>
        <a:ext cx="1542206" cy="9575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EB7C30-A473-F84E-84E7-74BB7B7008B2}">
      <dsp:nvSpPr>
        <dsp:cNvPr id="0" name=""/>
        <dsp:cNvSpPr/>
      </dsp:nvSpPr>
      <dsp:spPr>
        <a:xfrm>
          <a:off x="0" y="47349"/>
          <a:ext cx="6586489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baseline="0" dirty="0"/>
            <a:t>Datenkapselung = wichtiges Prinzip der objektorientierten Programmierung</a:t>
          </a:r>
          <a:endParaRPr lang="en-US" sz="2200" kern="1200" dirty="0"/>
        </a:p>
      </dsp:txBody>
      <dsp:txXfrm>
        <a:off x="42722" y="90071"/>
        <a:ext cx="6501045" cy="789716"/>
      </dsp:txXfrm>
    </dsp:sp>
    <dsp:sp modelId="{2657AB46-6569-584D-A012-3B618AE02B35}">
      <dsp:nvSpPr>
        <dsp:cNvPr id="0" name=""/>
        <dsp:cNvSpPr/>
      </dsp:nvSpPr>
      <dsp:spPr>
        <a:xfrm>
          <a:off x="0" y="985869"/>
          <a:ext cx="6586489" cy="87516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baseline="0" dirty="0" err="1"/>
            <a:t>Pubilc</a:t>
          </a:r>
          <a:r>
            <a:rPr lang="de-DE" sz="2200" kern="1200" baseline="0" dirty="0"/>
            <a:t>: Zugreifbar von </a:t>
          </a:r>
          <a:r>
            <a:rPr lang="de-DE" sz="2200" kern="1200" baseline="0" dirty="0" err="1"/>
            <a:t>ausserhalb</a:t>
          </a:r>
          <a:r>
            <a:rPr lang="de-DE" sz="2200" kern="1200" baseline="0" dirty="0"/>
            <a:t> der Klasse</a:t>
          </a:r>
          <a:endParaRPr lang="en-US" sz="2200" kern="1200" dirty="0"/>
        </a:p>
      </dsp:txBody>
      <dsp:txXfrm>
        <a:off x="42722" y="1028591"/>
        <a:ext cx="6501045" cy="789716"/>
      </dsp:txXfrm>
    </dsp:sp>
    <dsp:sp modelId="{3F7B294B-37BE-A24E-A58D-D379A613A8FD}">
      <dsp:nvSpPr>
        <dsp:cNvPr id="0" name=""/>
        <dsp:cNvSpPr/>
      </dsp:nvSpPr>
      <dsp:spPr>
        <a:xfrm>
          <a:off x="0" y="1924389"/>
          <a:ext cx="6586489" cy="87516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Protected: </a:t>
          </a:r>
          <a:r>
            <a:rPr lang="en-US" sz="2200" kern="1200" dirty="0" err="1"/>
            <a:t>Zugreifbar</a:t>
          </a:r>
          <a:r>
            <a:rPr lang="en-US" sz="2200" kern="1200" dirty="0"/>
            <a:t> in der </a:t>
          </a:r>
          <a:r>
            <a:rPr lang="en-US" sz="2200" kern="1200" dirty="0" err="1"/>
            <a:t>Klasse</a:t>
          </a:r>
          <a:r>
            <a:rPr lang="en-US" sz="2200" kern="1200" dirty="0"/>
            <a:t> und </a:t>
          </a:r>
          <a:r>
            <a:rPr lang="en-US" sz="2200" kern="1200" dirty="0" err="1"/>
            <a:t>seinen</a:t>
          </a:r>
          <a:r>
            <a:rPr lang="en-US" sz="2200" kern="1200" dirty="0"/>
            <a:t> </a:t>
          </a:r>
          <a:r>
            <a:rPr lang="en-US" sz="2200" kern="1200" dirty="0" err="1"/>
            <a:t>Unterklassen</a:t>
          </a:r>
          <a:r>
            <a:rPr lang="en-US" sz="2200" kern="1200" dirty="0"/>
            <a:t>. </a:t>
          </a:r>
          <a:r>
            <a:rPr lang="en-US" sz="2200" kern="1200" dirty="0" err="1"/>
            <a:t>Beginnt</a:t>
          </a:r>
          <a:r>
            <a:rPr lang="en-US" sz="2200" kern="1200" dirty="0"/>
            <a:t> </a:t>
          </a:r>
          <a:r>
            <a:rPr lang="en-US" sz="2200" kern="1200" dirty="0" err="1"/>
            <a:t>mit</a:t>
          </a:r>
          <a:r>
            <a:rPr lang="en-US" sz="2200" kern="1200" dirty="0"/>
            <a:t> </a:t>
          </a:r>
          <a:r>
            <a:rPr lang="en-US" sz="2200" kern="1200" dirty="0" err="1"/>
            <a:t>einem</a:t>
          </a:r>
          <a:r>
            <a:rPr lang="en-US" sz="2200" kern="1200" dirty="0"/>
            <a:t> “_”</a:t>
          </a:r>
        </a:p>
      </dsp:txBody>
      <dsp:txXfrm>
        <a:off x="42722" y="1967111"/>
        <a:ext cx="6501045" cy="789716"/>
      </dsp:txXfrm>
    </dsp:sp>
    <dsp:sp modelId="{C7A58DF7-7BAC-DA46-A03A-E6E93DFA4ACA}">
      <dsp:nvSpPr>
        <dsp:cNvPr id="0" name=""/>
        <dsp:cNvSpPr/>
      </dsp:nvSpPr>
      <dsp:spPr>
        <a:xfrm>
          <a:off x="0" y="2862909"/>
          <a:ext cx="6586489" cy="87516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baseline="0" dirty="0"/>
            <a:t>Private: Zugreifbar innerhalb der Klasse. Beginnt mit zwei „__“</a:t>
          </a:r>
          <a:endParaRPr lang="en-US" sz="2200" kern="1200" dirty="0"/>
        </a:p>
      </dsp:txBody>
      <dsp:txXfrm>
        <a:off x="42722" y="2905631"/>
        <a:ext cx="6501045" cy="789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12.12.21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Nach der Definition führen andere Sprachen </a:t>
            </a:r>
            <a:r>
              <a:rPr lang="de-DE" dirty="0" err="1"/>
              <a:t>heir</a:t>
            </a:r>
            <a:r>
              <a:rPr lang="de-DE" dirty="0"/>
              <a:t> zunächst die Variablen ein. In Python geht das nicht – Variable erwarten hier einen Wert. Den könnte man zwar zuweisen – das wäre aber sehr eigenartig. Variablen werden in also in einem Konstruktor eingeführt…natürlich nur für die spezifischen Eigenschaften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4812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Modul_6, class_1.py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2224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Modul_6, class_2.py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309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Modul_6, class_3.py und class_4.py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0614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Modul_6, class_5.py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8376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Modul6 , decorator_1 und decorator_2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1213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modul_6, decorator_3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6977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modul_6, </a:t>
            </a:r>
            <a:r>
              <a:rPr lang="de-DE" err="1"/>
              <a:t>decorator</a:t>
            </a:r>
            <a:r>
              <a:rPr lang="de-DE"/>
              <a:t>_3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777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12.12.21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12.12.21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diagramData" Target="../diagrams/data1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0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elattr-del-python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6 – Klassen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Klassen und Objekte</a:t>
            </a:r>
          </a:p>
          <a:p>
            <a:r>
              <a:rPr lang="de-DE" dirty="0"/>
              <a:t>Vererbung</a:t>
            </a:r>
          </a:p>
          <a:p>
            <a:r>
              <a:rPr lang="de-DE" dirty="0"/>
              <a:t>Dekorateure</a:t>
            </a:r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3552A3-0004-C940-8F25-616606C6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Objektorientierte Programmierung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766382-934A-B14D-813B-2E35B24DC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Wir sind von Objekten umgeben</a:t>
            </a:r>
          </a:p>
          <a:p>
            <a:r>
              <a:rPr lang="de-DE" dirty="0"/>
              <a:t>Objektorientierte Programmierung = Versuch Objekte in Programmen nachbilden</a:t>
            </a:r>
          </a:p>
          <a:p>
            <a:r>
              <a:rPr lang="de-DE" dirty="0"/>
              <a:t>Objekte</a:t>
            </a:r>
          </a:p>
          <a:p>
            <a:pPr lvl="1"/>
            <a:r>
              <a:rPr lang="de-DE" dirty="0"/>
              <a:t> können einheitliche oder verschiedene Eigenschaften haben</a:t>
            </a:r>
          </a:p>
          <a:p>
            <a:pPr lvl="1"/>
            <a:r>
              <a:rPr lang="de-DE" dirty="0"/>
              <a:t>Eigenschaften von Objekten gleicher Art sind </a:t>
            </a:r>
            <a:r>
              <a:rPr lang="de-DE" dirty="0" err="1"/>
              <a:t>ver</a:t>
            </a:r>
            <a:r>
              <a:rPr lang="de-DE" dirty="0"/>
              <a:t>- bzw. unveränderlich</a:t>
            </a:r>
          </a:p>
          <a:p>
            <a:r>
              <a:rPr lang="de-DE" dirty="0"/>
              <a:t>Versuch der Einteilung in Gruppen erfolgt über eine Struktur: Klassen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79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Mann mit einfarbiger Füllung">
            <a:extLst>
              <a:ext uri="{FF2B5EF4-FFF2-40B4-BE49-F238E27FC236}">
                <a16:creationId xmlns:a16="http://schemas.microsoft.com/office/drawing/2014/main" id="{D9F6C56F-9F31-5E45-A371-493963436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4293" y="1207293"/>
            <a:ext cx="4443414" cy="4443414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EA8D6F9-B784-4C4B-A899-278DEB7F3107}"/>
              </a:ext>
            </a:extLst>
          </p:cNvPr>
          <p:cNvSpPr txBox="1"/>
          <p:nvPr/>
        </p:nvSpPr>
        <p:spPr>
          <a:xfrm>
            <a:off x="5789506" y="685801"/>
            <a:ext cx="612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Kopf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9FCD38B-F8EC-0D4D-960A-4592E88AED12}"/>
              </a:ext>
            </a:extLst>
          </p:cNvPr>
          <p:cNvSpPr txBox="1"/>
          <p:nvPr/>
        </p:nvSpPr>
        <p:spPr>
          <a:xfrm>
            <a:off x="7770710" y="276701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Arme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F0AFB35-00EA-3941-AC78-DA6887FCA41B}"/>
              </a:ext>
            </a:extLst>
          </p:cNvPr>
          <p:cNvSpPr txBox="1"/>
          <p:nvPr/>
        </p:nvSpPr>
        <p:spPr>
          <a:xfrm>
            <a:off x="7742133" y="4696065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Beine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C008DE3-F059-454E-BA88-B412526964C1}"/>
              </a:ext>
            </a:extLst>
          </p:cNvPr>
          <p:cNvSpPr txBox="1"/>
          <p:nvPr/>
        </p:nvSpPr>
        <p:spPr>
          <a:xfrm>
            <a:off x="3567799" y="2767013"/>
            <a:ext cx="113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Hautfarbe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4EAF066-8147-C649-9EE5-54AAC38FBEC4}"/>
              </a:ext>
            </a:extLst>
          </p:cNvPr>
          <p:cNvSpPr txBox="1"/>
          <p:nvPr/>
        </p:nvSpPr>
        <p:spPr>
          <a:xfrm>
            <a:off x="3567799" y="4696065"/>
            <a:ext cx="1218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95000"/>
                  </a:schemeClr>
                </a:solidFill>
              </a:rPr>
              <a:t>Geschlecht</a:t>
            </a:r>
          </a:p>
        </p:txBody>
      </p:sp>
    </p:spTree>
    <p:extLst>
      <p:ext uri="{BB962C8B-B14F-4D97-AF65-F5344CB8AC3E}">
        <p14:creationId xmlns:p14="http://schemas.microsoft.com/office/powerpoint/2010/main" val="301183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C20283-73E0-40EC-8AD8-057F581F6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8">
            <a:extLst>
              <a:ext uri="{FF2B5EF4-FFF2-40B4-BE49-F238E27FC236}">
                <a16:creationId xmlns:a16="http://schemas.microsoft.com/office/drawing/2014/main" id="{3FCC729B-E528-40C3-82D3-BA4375575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60120" y="0"/>
            <a:ext cx="11218661" cy="6858000"/>
          </a:xfrm>
          <a:custGeom>
            <a:avLst/>
            <a:gdLst>
              <a:gd name="connsiteX0" fmla="*/ 0 w 11218661"/>
              <a:gd name="connsiteY0" fmla="*/ 0 h 6858000"/>
              <a:gd name="connsiteX1" fmla="*/ 8042507 w 11218661"/>
              <a:gd name="connsiteY1" fmla="*/ 0 h 6858000"/>
              <a:gd name="connsiteX2" fmla="*/ 11218661 w 11218661"/>
              <a:gd name="connsiteY2" fmla="*/ 6858000 h 6858000"/>
              <a:gd name="connsiteX3" fmla="*/ 0 w 112186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8661" h="6858000">
                <a:moveTo>
                  <a:pt x="0" y="0"/>
                </a:moveTo>
                <a:lnTo>
                  <a:pt x="8042507" y="0"/>
                </a:lnTo>
                <a:lnTo>
                  <a:pt x="112186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26">
            <a:extLst>
              <a:ext uri="{FF2B5EF4-FFF2-40B4-BE49-F238E27FC236}">
                <a16:creationId xmlns:a16="http://schemas.microsoft.com/office/drawing/2014/main" id="{58F1FB8D-1842-4A04-998D-6CF047AB2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420248" y="0"/>
            <a:ext cx="10771752" cy="6858000"/>
          </a:xfrm>
          <a:custGeom>
            <a:avLst/>
            <a:gdLst>
              <a:gd name="connsiteX0" fmla="*/ 0 w 10771752"/>
              <a:gd name="connsiteY0" fmla="*/ 0 h 6858000"/>
              <a:gd name="connsiteX1" fmla="*/ 7595598 w 10771752"/>
              <a:gd name="connsiteY1" fmla="*/ 0 h 6858000"/>
              <a:gd name="connsiteX2" fmla="*/ 10771752 w 10771752"/>
              <a:gd name="connsiteY2" fmla="*/ 6858000 h 6858000"/>
              <a:gd name="connsiteX3" fmla="*/ 0 w 107717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71752" h="6858000">
                <a:moveTo>
                  <a:pt x="0" y="0"/>
                </a:moveTo>
                <a:lnTo>
                  <a:pt x="7595598" y="0"/>
                </a:lnTo>
                <a:lnTo>
                  <a:pt x="107717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026EE686-C823-5A4E-8AAB-5F19D3CAEC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3011153"/>
              </p:ext>
            </p:extLst>
          </p:nvPr>
        </p:nvGraphicFramePr>
        <p:xfrm>
          <a:off x="4387515" y="2022601"/>
          <a:ext cx="7161017" cy="4154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fik 7" descr="Schlange mit einfarbiger Füllung">
            <a:extLst>
              <a:ext uri="{FF2B5EF4-FFF2-40B4-BE49-F238E27FC236}">
                <a16:creationId xmlns:a16="http://schemas.microsoft.com/office/drawing/2014/main" id="{A79D06DC-92E0-A34E-86E3-08085D1CAD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89351" y="5070869"/>
            <a:ext cx="569120" cy="569120"/>
          </a:xfrm>
          <a:prstGeom prst="rect">
            <a:avLst/>
          </a:prstGeom>
        </p:spPr>
      </p:pic>
      <p:pic>
        <p:nvPicPr>
          <p:cNvPr id="6" name="Grafik 5" descr="Krokodil Silhouette">
            <a:extLst>
              <a:ext uri="{FF2B5EF4-FFF2-40B4-BE49-F238E27FC236}">
                <a16:creationId xmlns:a16="http://schemas.microsoft.com/office/drawing/2014/main" id="{8301C10B-F8F8-9648-AA6E-80B321DA8B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79517" y="3429000"/>
            <a:ext cx="914400" cy="914400"/>
          </a:xfrm>
          <a:prstGeom prst="rect">
            <a:avLst/>
          </a:prstGeom>
        </p:spPr>
      </p:pic>
      <p:pic>
        <p:nvPicPr>
          <p:cNvPr id="15" name="Grafik 14" descr="Bulle mit einfarbiger Füllung">
            <a:extLst>
              <a:ext uri="{FF2B5EF4-FFF2-40B4-BE49-F238E27FC236}">
                <a16:creationId xmlns:a16="http://schemas.microsoft.com/office/drawing/2014/main" id="{DB0FDFAE-522F-A147-88B6-DC4FD1F3F0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26650" y="5070869"/>
            <a:ext cx="741760" cy="741760"/>
          </a:xfrm>
          <a:prstGeom prst="rect">
            <a:avLst/>
          </a:prstGeom>
        </p:spPr>
      </p:pic>
      <p:pic>
        <p:nvPicPr>
          <p:cNvPr id="12" name="Grafik 11" descr="Delphin mit einfarbiger Füllung">
            <a:extLst>
              <a:ext uri="{FF2B5EF4-FFF2-40B4-BE49-F238E27FC236}">
                <a16:creationId xmlns:a16="http://schemas.microsoft.com/office/drawing/2014/main" id="{4FA1CCE7-ECE6-F04C-981A-4B9AC9E13C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12250" y="3642581"/>
            <a:ext cx="914400" cy="914400"/>
          </a:xfrm>
          <a:prstGeom prst="rect">
            <a:avLst/>
          </a:prstGeom>
        </p:spPr>
      </p:pic>
      <p:pic>
        <p:nvPicPr>
          <p:cNvPr id="17" name="Grafik 16" descr="Schulmädchen mit einfarbiger Füllung">
            <a:extLst>
              <a:ext uri="{FF2B5EF4-FFF2-40B4-BE49-F238E27FC236}">
                <a16:creationId xmlns:a16="http://schemas.microsoft.com/office/drawing/2014/main" id="{479964E5-C610-0947-9349-72D82A5979B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94580" y="4984549"/>
            <a:ext cx="741760" cy="74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04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58E809-7AFB-CA48-B5BC-0B5AA6075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Python Klasse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97A79F-765B-3946-9044-7FA39A466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454300"/>
          </a:xfrm>
        </p:spPr>
        <p:txBody>
          <a:bodyPr>
            <a:normAutofit/>
          </a:bodyPr>
          <a:lstStyle/>
          <a:p>
            <a:r>
              <a:rPr lang="de-DE" sz="2400" dirty="0">
                <a:solidFill>
                  <a:schemeClr val="bg1">
                    <a:alpha val="80000"/>
                  </a:schemeClr>
                </a:solidFill>
              </a:rPr>
              <a:t>Schlüsselwort: </a:t>
            </a:r>
            <a:r>
              <a:rPr lang="de-DE" sz="2400" dirty="0" err="1">
                <a:solidFill>
                  <a:schemeClr val="bg1">
                    <a:alpha val="80000"/>
                  </a:schemeClr>
                </a:solidFill>
              </a:rPr>
              <a:t>class</a:t>
            </a:r>
            <a:endParaRPr lang="de-DE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de-DE" sz="2400" dirty="0">
                <a:solidFill>
                  <a:schemeClr val="bg1">
                    <a:alpha val="80000"/>
                  </a:schemeClr>
                </a:solidFill>
              </a:rPr>
              <a:t>Gefolgt vom (frei wählbaren) Klassennamen und „:“ </a:t>
            </a:r>
          </a:p>
          <a:p>
            <a:r>
              <a:rPr lang="de-DE" sz="2400" dirty="0">
                <a:solidFill>
                  <a:schemeClr val="bg1">
                    <a:alpha val="80000"/>
                  </a:schemeClr>
                </a:solidFill>
              </a:rPr>
              <a:t>Jetzt kommt der Body …</a:t>
            </a:r>
          </a:p>
          <a:p>
            <a:endParaRPr lang="de-DE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3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6D8920FF-50E7-9243-9B00-FBFCEC7EE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932" y="1986838"/>
            <a:ext cx="4369112" cy="179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9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BC2825-BDB3-134D-A792-4EE99C73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de-DE" sz="4000">
                <a:solidFill>
                  <a:schemeClr val="bg1"/>
                </a:solidFill>
              </a:rPr>
              <a:t>Python Klasse - Konstruktor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86652F-A2C1-2144-B755-1FFD8BEAF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5" cy="2454300"/>
          </a:xfrm>
        </p:spPr>
        <p:txBody>
          <a:bodyPr>
            <a:normAutofit/>
          </a:bodyPr>
          <a:lstStyle/>
          <a:p>
            <a:r>
              <a:rPr lang="de-DE" sz="2400">
                <a:solidFill>
                  <a:schemeClr val="bg1">
                    <a:alpha val="80000"/>
                  </a:schemeClr>
                </a:solidFill>
              </a:rPr>
              <a:t>Ist eigentlich eine Funktion</a:t>
            </a:r>
          </a:p>
          <a:p>
            <a:r>
              <a:rPr lang="de-DE" sz="2400">
                <a:solidFill>
                  <a:schemeClr val="bg1">
                    <a:alpha val="80000"/>
                  </a:schemeClr>
                </a:solidFill>
              </a:rPr>
              <a:t>Sie verwendet den Ausdruck „__init__“</a:t>
            </a:r>
          </a:p>
          <a:p>
            <a:r>
              <a:rPr lang="de-DE" sz="2400">
                <a:solidFill>
                  <a:schemeClr val="bg1">
                    <a:alpha val="80000"/>
                  </a:schemeClr>
                </a:solidFill>
              </a:rPr>
              <a:t>…gefolgt von einer Klammer. </a:t>
            </a:r>
          </a:p>
          <a:p>
            <a:r>
              <a:rPr lang="de-DE" sz="2400">
                <a:solidFill>
                  <a:schemeClr val="bg1">
                    <a:alpha val="80000"/>
                  </a:schemeClr>
                </a:solidFill>
              </a:rPr>
              <a:t>…erste Stelle ist „self“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E0BC722-CDA7-5642-A54D-6A07BE72D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409902"/>
            <a:ext cx="5260976" cy="199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3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AD661-46A1-7A45-8DE8-6E2A265B3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de-DE" dirty="0"/>
              <a:t>Python Klasse - </a:t>
            </a:r>
            <a:r>
              <a:rPr lang="de-DE" dirty="0" err="1"/>
              <a:t>Docstring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A2D8CC-4DDF-0B48-A0FE-DA708195D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de-DE" sz="2000"/>
              <a:t>Docstrings sind Kommentare</a:t>
            </a:r>
          </a:p>
          <a:p>
            <a:r>
              <a:rPr lang="de-DE" sz="2000"/>
              <a:t>…und gehören zum guten Ton</a:t>
            </a:r>
          </a:p>
          <a:p>
            <a:r>
              <a:rPr lang="de-DE" sz="2000"/>
              <a:t>Sie beginnen und enden mit jeweils “““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66B7A44-0341-444F-AB27-A7E703BEB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343184"/>
            <a:ext cx="6019331" cy="416838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04878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59D1B0-2783-A64A-A270-A83B3D2E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Instanzen der Klasse (Objekte)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937B22-E930-4849-933A-AD95D9D2E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Klassen sind der Bauplan eines Objekts</a:t>
            </a:r>
          </a:p>
          <a:p>
            <a:r>
              <a:rPr lang="de-DE"/>
              <a:t>Aus ihr können wir 1 bis n Objekte (Instanzen) erstellen</a:t>
            </a:r>
          </a:p>
          <a:p>
            <a:r>
              <a:rPr lang="de-DE"/>
              <a:t>Jedes Objekt hat seinen eigenen Namen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530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9B05A1-69D2-4944-AF41-07F3D03F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</p:spPr>
        <p:txBody>
          <a:bodyPr>
            <a:normAutofit/>
          </a:bodyPr>
          <a:lstStyle/>
          <a:p>
            <a:r>
              <a:rPr lang="de-DE" sz="5400" dirty="0"/>
              <a:t>Public, </a:t>
            </a:r>
            <a:r>
              <a:rPr lang="de-DE" sz="5400" dirty="0" err="1"/>
              <a:t>Protected</a:t>
            </a:r>
            <a:r>
              <a:rPr lang="de-DE" sz="5400" dirty="0"/>
              <a:t>, Private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0F4E3-9DD8-4799-97CF-6B67861E0A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089" r="12792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F86A0825-1F18-45CB-9273-B7F7ECDC73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185009"/>
              </p:ext>
            </p:extLst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76173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EC424-FCEE-1B41-B973-12E7B3537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Funktionen für Objekte : Methoden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BA02AF-1925-E841-AFE0-544DE439E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Methoden sind ähnlich wie Funktionen</a:t>
            </a:r>
          </a:p>
          <a:p>
            <a:r>
              <a:rPr lang="de-DE" dirty="0"/>
              <a:t>Finden nur in Objekten Anwendung</a:t>
            </a:r>
          </a:p>
          <a:p>
            <a:r>
              <a:rPr lang="de-DE" dirty="0"/>
              <a:t>Werden in der Klasse definiert</a:t>
            </a:r>
          </a:p>
          <a:p>
            <a:r>
              <a:rPr lang="de-DE" dirty="0"/>
              <a:t>Schlüsselbegriff: „</a:t>
            </a:r>
            <a:r>
              <a:rPr lang="de-DE" dirty="0" err="1"/>
              <a:t>def</a:t>
            </a:r>
            <a:r>
              <a:rPr lang="de-DE" dirty="0"/>
              <a:t>“ – Name frei wählbar</a:t>
            </a:r>
          </a:p>
        </p:txBody>
      </p:sp>
    </p:spTree>
    <p:extLst>
      <p:ext uri="{BB962C8B-B14F-4D97-AF65-F5344CB8AC3E}">
        <p14:creationId xmlns:p14="http://schemas.microsoft.com/office/powerpoint/2010/main" val="16400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55E7F6-80E9-9C47-9CA8-F1B90A89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Klassenvariablen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D538B-F0EF-9643-9F3E-ED5CF5A35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Beziehen sich auf die Klasse (nicht auf Ihre Instanzen)</a:t>
            </a:r>
          </a:p>
          <a:p>
            <a:r>
              <a:rPr lang="de-DE" dirty="0"/>
              <a:t>Werden vor dem Konstruktor definiert</a:t>
            </a:r>
          </a:p>
          <a:p>
            <a:r>
              <a:rPr lang="de-DE" dirty="0"/>
              <a:t>Zugriff über den Namen der Klasse oder eines Objekts der Klasse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7968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94C876-C9D8-D044-9E23-81734AC9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Python Klasse – </a:t>
            </a:r>
            <a:r>
              <a:rPr lang="de-DE" dirty="0" err="1"/>
              <a:t>Destruktor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D32A77-2BD7-B34D-BE15-308AA6216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Verwenden die  </a:t>
            </a:r>
            <a:r>
              <a:rPr lang="de-DE" b="1" dirty="0"/>
              <a:t>__</a:t>
            </a:r>
            <a:r>
              <a:rPr lang="de-DE" u="sng" dirty="0">
                <a:hlinkClick r:id="rId2"/>
              </a:rPr>
              <a:t>del</a:t>
            </a:r>
            <a:r>
              <a:rPr lang="de-DE" b="1" dirty="0"/>
              <a:t>__()</a:t>
            </a:r>
            <a:r>
              <a:rPr lang="de-DE" dirty="0"/>
              <a:t>  Methode</a:t>
            </a:r>
          </a:p>
          <a:p>
            <a:r>
              <a:rPr lang="de-DE" dirty="0"/>
              <a:t>Zerstörten das betreffende Objekt</a:t>
            </a:r>
          </a:p>
          <a:p>
            <a:r>
              <a:rPr lang="de-DE" dirty="0"/>
              <a:t>Werden wegen des </a:t>
            </a:r>
            <a:r>
              <a:rPr lang="de-DE" dirty="0" err="1"/>
              <a:t>Garbagde</a:t>
            </a:r>
            <a:r>
              <a:rPr lang="de-DE" dirty="0"/>
              <a:t> </a:t>
            </a:r>
            <a:r>
              <a:rPr lang="de-DE" dirty="0" err="1"/>
              <a:t>Collectors</a:t>
            </a:r>
            <a:r>
              <a:rPr lang="de-DE" dirty="0"/>
              <a:t> wenig verwendet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1980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21DE1-3B4F-A746-B2A3-EADBD2FB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Dekorateure (</a:t>
            </a:r>
            <a:r>
              <a:rPr lang="de-DE" dirty="0" err="1"/>
              <a:t>Decorators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035C40-AF4C-024F-A61D-8C0BD382F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Beliebig aufrufbares Objekt zum Ändern einer Funktion oder Klasse</a:t>
            </a:r>
          </a:p>
          <a:p>
            <a:r>
              <a:rPr lang="de-DE" dirty="0"/>
              <a:t>Wir befassen uns hier “nur“ mit den eingebauten </a:t>
            </a:r>
            <a:r>
              <a:rPr lang="de-DE" dirty="0" err="1"/>
              <a:t>Dekoratreuren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@</a:t>
            </a:r>
            <a:r>
              <a:rPr lang="de-DE" dirty="0" err="1"/>
              <a:t>property</a:t>
            </a:r>
            <a:endParaRPr lang="de-DE" dirty="0"/>
          </a:p>
          <a:p>
            <a:pPr lvl="1"/>
            <a:r>
              <a:rPr lang="de-DE" dirty="0"/>
              <a:t>@</a:t>
            </a:r>
            <a:r>
              <a:rPr lang="de-DE" dirty="0" err="1"/>
              <a:t>classmethod</a:t>
            </a:r>
            <a:endParaRPr lang="de-DE" dirty="0"/>
          </a:p>
          <a:p>
            <a:pPr lvl="1"/>
            <a:r>
              <a:rPr lang="de-DE" dirty="0"/>
              <a:t>@</a:t>
            </a:r>
            <a:r>
              <a:rPr lang="de-DE" dirty="0" err="1"/>
              <a:t>staticmethod</a:t>
            </a:r>
            <a:endParaRPr lang="de-DE" dirty="0"/>
          </a:p>
          <a:p>
            <a:r>
              <a:rPr lang="de-DE" dirty="0"/>
              <a:t>…Abkürzungen, wenn man so will</a:t>
            </a:r>
          </a:p>
        </p:txBody>
      </p:sp>
    </p:spTree>
    <p:extLst>
      <p:ext uri="{BB962C8B-B14F-4D97-AF65-F5344CB8AC3E}">
        <p14:creationId xmlns:p14="http://schemas.microsoft.com/office/powerpoint/2010/main" val="3766644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EA03D-45DE-9744-859A-5F2F61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Dekorateure - @</a:t>
            </a:r>
            <a:r>
              <a:rPr lang="de-DE" dirty="0" err="1"/>
              <a:t>property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A5CDE9-59D9-D445-9670-F10B6B80E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Maskiert Methoden als Property</a:t>
            </a:r>
          </a:p>
          <a:p>
            <a:r>
              <a:rPr lang="de-DE" dirty="0"/>
              <a:t>Vorteile</a:t>
            </a:r>
          </a:p>
          <a:p>
            <a:pPr lvl="1"/>
            <a:r>
              <a:rPr lang="de-DE" dirty="0"/>
              <a:t>Property kann </a:t>
            </a:r>
            <a:r>
              <a:rPr lang="de-DE" dirty="0" err="1"/>
              <a:t>valdiert</a:t>
            </a:r>
            <a:r>
              <a:rPr lang="de-DE" dirty="0"/>
              <a:t> werden bevor sie gesetzt wird</a:t>
            </a:r>
          </a:p>
          <a:p>
            <a:pPr lvl="1"/>
            <a:r>
              <a:rPr lang="de-DE" dirty="0" err="1"/>
              <a:t>Encapsulation</a:t>
            </a:r>
            <a:r>
              <a:rPr lang="de-DE" dirty="0"/>
              <a:t> (z.B. bereits formatierte Ausgabe)</a:t>
            </a:r>
          </a:p>
          <a:p>
            <a:pPr lvl="1"/>
            <a:r>
              <a:rPr lang="de-DE" dirty="0"/>
              <a:t>Einfacheres Debugging – Getter und Setter erlauben leichtere Nachverfolgung</a:t>
            </a:r>
          </a:p>
        </p:txBody>
      </p:sp>
    </p:spTree>
    <p:extLst>
      <p:ext uri="{BB962C8B-B14F-4D97-AF65-F5344CB8AC3E}">
        <p14:creationId xmlns:p14="http://schemas.microsoft.com/office/powerpoint/2010/main" val="1256966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FE556-AF42-D44A-9FA7-C09C809B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Dekorateure - @</a:t>
            </a:r>
            <a:r>
              <a:rPr lang="de-DE" dirty="0" err="1"/>
              <a:t>classmethod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B771D7-9046-1F4C-84B3-553A169AE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Eine Class </a:t>
            </a:r>
            <a:r>
              <a:rPr lang="de-DE" dirty="0" err="1"/>
              <a:t>Method</a:t>
            </a:r>
            <a:r>
              <a:rPr lang="de-DE" dirty="0"/>
              <a:t> ist an die Klasse gebunden (nicht an das Objekt)</a:t>
            </a:r>
          </a:p>
          <a:p>
            <a:r>
              <a:rPr lang="de-DE" dirty="0"/>
              <a:t>Eine Instanz der Klasse ist nicht erforderlich</a:t>
            </a:r>
          </a:p>
          <a:p>
            <a:r>
              <a:rPr lang="de-DE" dirty="0"/>
              <a:t>Arbeitet mit der Klasse – ihre Parameter sind die Klasse selbst</a:t>
            </a:r>
          </a:p>
          <a:p>
            <a:r>
              <a:rPr lang="de-DE" dirty="0"/>
              <a:t>Aufruf mit Klasse().</a:t>
            </a:r>
            <a:r>
              <a:rPr lang="de-DE" dirty="0" err="1"/>
              <a:t>KlassenMethode</a:t>
            </a:r>
            <a:r>
              <a:rPr lang="de-DE" dirty="0"/>
              <a:t>()</a:t>
            </a:r>
          </a:p>
          <a:p>
            <a:r>
              <a:rPr lang="de-DE" dirty="0"/>
              <a:t>Das erste Argument ist immer die Klasse (</a:t>
            </a:r>
            <a:r>
              <a:rPr lang="de-DE" dirty="0" err="1"/>
              <a:t>cls</a:t>
            </a:r>
            <a:r>
              <a:rPr lang="de-DE" dirty="0"/>
              <a:t>) – nicht </a:t>
            </a:r>
            <a:r>
              <a:rPr lang="de-DE" dirty="0" err="1"/>
              <a:t>self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def</a:t>
            </a:r>
            <a:r>
              <a:rPr lang="de-DE" dirty="0"/>
              <a:t> </a:t>
            </a:r>
            <a:r>
              <a:rPr lang="de-DE" dirty="0" err="1"/>
              <a:t>my_class_method</a:t>
            </a:r>
            <a:r>
              <a:rPr lang="de-DE" dirty="0"/>
              <a:t>(</a:t>
            </a:r>
            <a:r>
              <a:rPr lang="de-DE" dirty="0" err="1"/>
              <a:t>cls</a:t>
            </a:r>
            <a:r>
              <a:rPr lang="de-DE" dirty="0"/>
              <a:t>, </a:t>
            </a:r>
            <a:r>
              <a:rPr lang="de-DE" dirty="0" err="1"/>
              <a:t>args</a:t>
            </a:r>
            <a:r>
              <a:rPr lang="de-DE" dirty="0"/>
              <a:t>…)</a:t>
            </a:r>
          </a:p>
          <a:p>
            <a:r>
              <a:rPr lang="de-DE" dirty="0"/>
              <a:t>Verwendung </a:t>
            </a:r>
            <a:r>
              <a:rPr lang="de-DE" dirty="0" err="1"/>
              <a:t>z.b.</a:t>
            </a:r>
            <a:r>
              <a:rPr lang="de-DE" dirty="0"/>
              <a:t> für Fabrikmethoden</a:t>
            </a:r>
          </a:p>
        </p:txBody>
      </p:sp>
    </p:spTree>
    <p:extLst>
      <p:ext uri="{BB962C8B-B14F-4D97-AF65-F5344CB8AC3E}">
        <p14:creationId xmlns:p14="http://schemas.microsoft.com/office/powerpoint/2010/main" val="3398668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FE556-AF42-D44A-9FA7-C09C809B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Dekorateure - @</a:t>
            </a:r>
            <a:r>
              <a:rPr lang="de-DE" dirty="0" err="1"/>
              <a:t>staticmethod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B771D7-9046-1F4C-84B3-553A169AE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Eine </a:t>
            </a:r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ist an die Klasse gebunden (nicht an das Objekt)</a:t>
            </a:r>
          </a:p>
          <a:p>
            <a:r>
              <a:rPr lang="de-DE" dirty="0"/>
              <a:t>Eine Instanz der Klasse ist nicht erforderlich</a:t>
            </a:r>
          </a:p>
          <a:p>
            <a:r>
              <a:rPr lang="de-DE" dirty="0"/>
              <a:t>Kein „</a:t>
            </a:r>
            <a:r>
              <a:rPr lang="de-DE" dirty="0" err="1"/>
              <a:t>cls</a:t>
            </a:r>
            <a:r>
              <a:rPr lang="de-DE" dirty="0"/>
              <a:t>“ oder “</a:t>
            </a:r>
            <a:r>
              <a:rPr lang="de-DE" dirty="0" err="1"/>
              <a:t>self</a:t>
            </a:r>
            <a:r>
              <a:rPr lang="de-DE" dirty="0"/>
              <a:t>“ Argument</a:t>
            </a:r>
          </a:p>
          <a:p>
            <a:r>
              <a:rPr lang="de-DE" dirty="0"/>
              <a:t>Unterschied zur Class </a:t>
            </a:r>
            <a:r>
              <a:rPr lang="de-DE" dirty="0" err="1"/>
              <a:t>Method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weiß nicht von der Klasse, arbeitet nur mit Parametern</a:t>
            </a:r>
          </a:p>
          <a:p>
            <a:r>
              <a:rPr lang="de-DE" dirty="0"/>
              <a:t>Häufig für „</a:t>
            </a:r>
            <a:r>
              <a:rPr lang="de-DE" dirty="0" err="1"/>
              <a:t>tools</a:t>
            </a:r>
            <a:r>
              <a:rPr lang="de-DE" dirty="0"/>
              <a:t>“ innerhalb der Klasse verwendet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9058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alking up a stairs">
            <a:extLst>
              <a:ext uri="{FF2B5EF4-FFF2-40B4-BE49-F238E27FC236}">
                <a16:creationId xmlns:a16="http://schemas.microsoft.com/office/drawing/2014/main" id="{FB3389AF-57E9-460C-95A0-7566CFBCE0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4" r="-1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735201-9209-CE4A-81A1-EE04AFBF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>
                <a:solidFill>
                  <a:schemeClr val="tx1"/>
                </a:solidFill>
              </a:rPr>
              <a:t>Context Manager</a:t>
            </a:r>
          </a:p>
        </p:txBody>
      </p:sp>
    </p:spTree>
    <p:extLst>
      <p:ext uri="{BB962C8B-B14F-4D97-AF65-F5344CB8AC3E}">
        <p14:creationId xmlns:p14="http://schemas.microsoft.com/office/powerpoint/2010/main" val="2108232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C0BFC7-3474-BE4D-9D4D-A9667148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Intro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6D7AAC-3B8F-B542-B4C4-B7CDE72B4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Oft haben wir die Situation, dass das mit dem wir arbeiten zunächst</a:t>
            </a:r>
          </a:p>
          <a:p>
            <a:pPr lvl="1"/>
            <a:r>
              <a:rPr lang="de-DE" dirty="0"/>
              <a:t>Geöffnet oder bereitgestellt werden muss</a:t>
            </a:r>
          </a:p>
          <a:p>
            <a:pPr lvl="1"/>
            <a:r>
              <a:rPr lang="de-DE" dirty="0"/>
              <a:t>Und am Ende wieder geschlossen sein sollte</a:t>
            </a:r>
          </a:p>
          <a:p>
            <a:pPr lvl="1"/>
            <a:r>
              <a:rPr lang="de-DE" dirty="0"/>
              <a:t>Vor allem letzteres wird gerne vergessen. (Memory </a:t>
            </a:r>
            <a:r>
              <a:rPr lang="de-DE" dirty="0" err="1"/>
              <a:t>Leak</a:t>
            </a:r>
            <a:r>
              <a:rPr lang="de-DE" dirty="0"/>
              <a:t>)</a:t>
            </a:r>
          </a:p>
          <a:p>
            <a:r>
              <a:rPr lang="de-DE" dirty="0"/>
              <a:t>Kontext Manager nehmen uns solche Aufgaben ab</a:t>
            </a:r>
          </a:p>
          <a:p>
            <a:r>
              <a:rPr lang="de-DE" dirty="0"/>
              <a:t>Gute Beispiele sind</a:t>
            </a:r>
          </a:p>
          <a:p>
            <a:pPr lvl="1"/>
            <a:r>
              <a:rPr lang="de-DE" dirty="0"/>
              <a:t>Dateien öffnen und schließen</a:t>
            </a:r>
          </a:p>
          <a:p>
            <a:pPr lvl="1"/>
            <a:r>
              <a:rPr lang="de-DE" dirty="0"/>
              <a:t>Datenbank-Verbindungen aufbauen und wieder lösen</a:t>
            </a:r>
          </a:p>
          <a:p>
            <a:r>
              <a:rPr lang="de-DE" dirty="0"/>
              <a:t>Beispiel? =&gt; Modul 11</a:t>
            </a:r>
          </a:p>
        </p:txBody>
      </p:sp>
    </p:spTree>
    <p:extLst>
      <p:ext uri="{BB962C8B-B14F-4D97-AF65-F5344CB8AC3E}">
        <p14:creationId xmlns:p14="http://schemas.microsoft.com/office/powerpoint/2010/main" val="1436925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12E93FFF-85CB-024A-B380-0DC7583A9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16143"/>
            <a:ext cx="10905066" cy="422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2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42DF8C-CB76-B34D-9469-8E219E5AC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628" y="1783959"/>
            <a:ext cx="464525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Lab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nhaltsplatzhalter 4" descr="Kolben mit einfarbiger Füllung">
            <a:extLst>
              <a:ext uri="{FF2B5EF4-FFF2-40B4-BE49-F238E27FC236}">
                <a16:creationId xmlns:a16="http://schemas.microsoft.com/office/drawing/2014/main" id="{856E0F5D-7D8F-514C-8CF6-1951A9D1B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382" y="720993"/>
            <a:ext cx="4047843" cy="40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46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688</Words>
  <Application>Microsoft Macintosh PowerPoint</Application>
  <PresentationFormat>Breitbild</PresentationFormat>
  <Paragraphs>117</Paragraphs>
  <Slides>22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</vt:lpstr>
      <vt:lpstr>Python</vt:lpstr>
      <vt:lpstr>Agenda</vt:lpstr>
      <vt:lpstr>Objektorientierte Programmierung</vt:lpstr>
      <vt:lpstr>PowerPoint-Präsentation</vt:lpstr>
      <vt:lpstr>PowerPoint-Präsentation</vt:lpstr>
      <vt:lpstr>Python Klasse</vt:lpstr>
      <vt:lpstr>Python Klasse - Konstruktor</vt:lpstr>
      <vt:lpstr>Python Klasse - Docstring</vt:lpstr>
      <vt:lpstr>Instanzen der Klasse (Objekte)</vt:lpstr>
      <vt:lpstr>Public, Protected, Private </vt:lpstr>
      <vt:lpstr>Funktionen für Objekte : Methoden </vt:lpstr>
      <vt:lpstr>Klassenvariablen</vt:lpstr>
      <vt:lpstr>Python Klasse – Destruktor</vt:lpstr>
      <vt:lpstr>Dekorateure (Decorators)</vt:lpstr>
      <vt:lpstr>Dekorateure - @property</vt:lpstr>
      <vt:lpstr>Dekorateure - @classmethod</vt:lpstr>
      <vt:lpstr>Dekorateure - @staticmethod</vt:lpstr>
      <vt:lpstr>Context Manager</vt:lpstr>
      <vt:lpstr>Intro</vt:lpstr>
      <vt:lpstr>PowerPoint-Präsentation</vt:lpstr>
      <vt:lpstr>Lab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41</cp:revision>
  <dcterms:created xsi:type="dcterms:W3CDTF">2021-11-18T12:30:48Z</dcterms:created>
  <dcterms:modified xsi:type="dcterms:W3CDTF">2021-12-12T15:38:46Z</dcterms:modified>
</cp:coreProperties>
</file>