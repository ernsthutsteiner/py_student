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0" r:id="rId12"/>
    <p:sldId id="27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80"/>
    <p:restoredTop sz="86350"/>
  </p:normalViewPr>
  <p:slideViewPr>
    <p:cSldViewPr snapToGrid="0" snapToObjects="1">
      <p:cViewPr varScale="1">
        <p:scale>
          <a:sx n="84" d="100"/>
          <a:sy n="84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F75082-18D2-40A1-9AEB-0E87A74AC60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3849D32-9F85-4FE8-8556-2349A7E9BBF6}">
      <dgm:prSet/>
      <dgm:spPr/>
      <dgm:t>
        <a:bodyPr/>
        <a:lstStyle/>
        <a:p>
          <a:pPr>
            <a:defRPr b="1"/>
          </a:pPr>
          <a:r>
            <a:rPr lang="de-DE"/>
            <a:t>Zwei Möglichkeiten:</a:t>
          </a:r>
          <a:endParaRPr lang="en-US"/>
        </a:p>
      </dgm:t>
    </dgm:pt>
    <dgm:pt modelId="{BE21FFB0-A893-46EB-B933-CFA8A1F58F1D}" type="parTrans" cxnId="{305504B0-5B89-460C-9049-F76AE9F3B2B4}">
      <dgm:prSet/>
      <dgm:spPr/>
      <dgm:t>
        <a:bodyPr/>
        <a:lstStyle/>
        <a:p>
          <a:endParaRPr lang="en-US"/>
        </a:p>
      </dgm:t>
    </dgm:pt>
    <dgm:pt modelId="{33B1A4B5-4E36-4C57-8164-507ABAFA4C7D}" type="sibTrans" cxnId="{305504B0-5B89-460C-9049-F76AE9F3B2B4}">
      <dgm:prSet/>
      <dgm:spPr/>
      <dgm:t>
        <a:bodyPr/>
        <a:lstStyle/>
        <a:p>
          <a:endParaRPr lang="en-US"/>
        </a:p>
      </dgm:t>
    </dgm:pt>
    <dgm:pt modelId="{4673D1E3-5933-4C8E-A251-5D8880175E08}">
      <dgm:prSet/>
      <dgm:spPr/>
      <dgm:t>
        <a:bodyPr/>
        <a:lstStyle/>
        <a:p>
          <a:r>
            <a:rPr lang="de-DE"/>
            <a:t>A: Fire und Forget</a:t>
          </a:r>
          <a:endParaRPr lang="en-US"/>
        </a:p>
      </dgm:t>
    </dgm:pt>
    <dgm:pt modelId="{5FEE7078-B910-4918-89C2-ED08F2F6A4F9}" type="parTrans" cxnId="{B92A7109-1476-45AE-AA77-665F88BFCE18}">
      <dgm:prSet/>
      <dgm:spPr/>
      <dgm:t>
        <a:bodyPr/>
        <a:lstStyle/>
        <a:p>
          <a:endParaRPr lang="en-US"/>
        </a:p>
      </dgm:t>
    </dgm:pt>
    <dgm:pt modelId="{A0F855BC-07E6-4778-8887-64E7CB4C882A}" type="sibTrans" cxnId="{B92A7109-1476-45AE-AA77-665F88BFCE18}">
      <dgm:prSet/>
      <dgm:spPr/>
      <dgm:t>
        <a:bodyPr/>
        <a:lstStyle/>
        <a:p>
          <a:endParaRPr lang="en-US"/>
        </a:p>
      </dgm:t>
    </dgm:pt>
    <dgm:pt modelId="{BC7712EC-E55A-4750-B146-C94E62765246}">
      <dgm:prSet/>
      <dgm:spPr/>
      <dgm:t>
        <a:bodyPr/>
        <a:lstStyle/>
        <a:p>
          <a:r>
            <a:rPr lang="de-DE"/>
            <a:t>B: Testen</a:t>
          </a:r>
          <a:endParaRPr lang="en-US"/>
        </a:p>
      </dgm:t>
    </dgm:pt>
    <dgm:pt modelId="{0454D49F-D456-45FE-8164-298D68843EC9}" type="parTrans" cxnId="{0C411B48-F583-4CB9-B09A-50E2CF8A9745}">
      <dgm:prSet/>
      <dgm:spPr/>
      <dgm:t>
        <a:bodyPr/>
        <a:lstStyle/>
        <a:p>
          <a:endParaRPr lang="en-US"/>
        </a:p>
      </dgm:t>
    </dgm:pt>
    <dgm:pt modelId="{43975D0E-FBEA-42ED-A42A-AD436A69651F}" type="sibTrans" cxnId="{0C411B48-F583-4CB9-B09A-50E2CF8A9745}">
      <dgm:prSet/>
      <dgm:spPr/>
      <dgm:t>
        <a:bodyPr/>
        <a:lstStyle/>
        <a:p>
          <a:endParaRPr lang="en-US"/>
        </a:p>
      </dgm:t>
    </dgm:pt>
    <dgm:pt modelId="{A0613228-73C9-44FE-B25F-C0BE53A81713}">
      <dgm:prSet/>
      <dgm:spPr/>
      <dgm:t>
        <a:bodyPr/>
        <a:lstStyle/>
        <a:p>
          <a:pPr>
            <a:defRPr b="1"/>
          </a:pPr>
          <a:r>
            <a:rPr lang="de-DE" dirty="0"/>
            <a:t>automatisierte Tests helfen Tests wiederkehrend auszuführen</a:t>
          </a:r>
          <a:endParaRPr lang="en-US" dirty="0"/>
        </a:p>
      </dgm:t>
    </dgm:pt>
    <dgm:pt modelId="{6F5E429B-C062-4298-BE17-687428E8C329}" type="parTrans" cxnId="{781EDED2-A6CF-432B-BEC6-0C47A19E583E}">
      <dgm:prSet/>
      <dgm:spPr/>
      <dgm:t>
        <a:bodyPr/>
        <a:lstStyle/>
        <a:p>
          <a:endParaRPr lang="en-US"/>
        </a:p>
      </dgm:t>
    </dgm:pt>
    <dgm:pt modelId="{C8588FCA-B067-4F6A-9595-903FBA2E96F2}" type="sibTrans" cxnId="{781EDED2-A6CF-432B-BEC6-0C47A19E583E}">
      <dgm:prSet/>
      <dgm:spPr/>
      <dgm:t>
        <a:bodyPr/>
        <a:lstStyle/>
        <a:p>
          <a:endParaRPr lang="en-US"/>
        </a:p>
      </dgm:t>
    </dgm:pt>
    <dgm:pt modelId="{F92F1C57-5E23-494B-900B-0891BD9CDE20}">
      <dgm:prSet/>
      <dgm:spPr/>
      <dgm:t>
        <a:bodyPr/>
        <a:lstStyle/>
        <a:p>
          <a:pPr>
            <a:defRPr b="1"/>
          </a:pPr>
          <a:r>
            <a:rPr lang="de-DE"/>
            <a:t>Und sorgen so für eine Art Qualitätssicherung</a:t>
          </a:r>
          <a:endParaRPr lang="en-US"/>
        </a:p>
      </dgm:t>
    </dgm:pt>
    <dgm:pt modelId="{629445AA-BF04-4D32-8790-C8D0396773D5}" type="parTrans" cxnId="{CFE5BEA3-E479-4398-BE2B-FE698E06B48F}">
      <dgm:prSet/>
      <dgm:spPr/>
      <dgm:t>
        <a:bodyPr/>
        <a:lstStyle/>
        <a:p>
          <a:endParaRPr lang="en-US"/>
        </a:p>
      </dgm:t>
    </dgm:pt>
    <dgm:pt modelId="{64623169-F7E4-4ADF-8582-466B33611E1B}" type="sibTrans" cxnId="{CFE5BEA3-E479-4398-BE2B-FE698E06B48F}">
      <dgm:prSet/>
      <dgm:spPr/>
      <dgm:t>
        <a:bodyPr/>
        <a:lstStyle/>
        <a:p>
          <a:endParaRPr lang="en-US"/>
        </a:p>
      </dgm:t>
    </dgm:pt>
    <dgm:pt modelId="{ED4CD883-652B-49CE-A4DC-1528753AC3FB}" type="pres">
      <dgm:prSet presAssocID="{E2F75082-18D2-40A1-9AEB-0E87A74AC608}" presName="root" presStyleCnt="0">
        <dgm:presLayoutVars>
          <dgm:dir/>
          <dgm:resizeHandles val="exact"/>
        </dgm:presLayoutVars>
      </dgm:prSet>
      <dgm:spPr/>
    </dgm:pt>
    <dgm:pt modelId="{82E9A6EE-414E-40C0-BC23-CA19EBFFCBA3}" type="pres">
      <dgm:prSet presAssocID="{D3849D32-9F85-4FE8-8556-2349A7E9BBF6}" presName="compNode" presStyleCnt="0"/>
      <dgm:spPr/>
    </dgm:pt>
    <dgm:pt modelId="{74F4A964-0330-495E-ABD1-7B1018BCF7CB}" type="pres">
      <dgm:prSet presAssocID="{D3849D32-9F85-4FE8-8556-2349A7E9BB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gerfeuer"/>
        </a:ext>
      </dgm:extLst>
    </dgm:pt>
    <dgm:pt modelId="{F85BEEEF-06AC-4B81-9209-A18E4BE50167}" type="pres">
      <dgm:prSet presAssocID="{D3849D32-9F85-4FE8-8556-2349A7E9BBF6}" presName="iconSpace" presStyleCnt="0"/>
      <dgm:spPr/>
    </dgm:pt>
    <dgm:pt modelId="{9AAE9564-79E3-4DD4-B635-7BE22DBBF50C}" type="pres">
      <dgm:prSet presAssocID="{D3849D32-9F85-4FE8-8556-2349A7E9BBF6}" presName="parTx" presStyleLbl="revTx" presStyleIdx="0" presStyleCnt="6">
        <dgm:presLayoutVars>
          <dgm:chMax val="0"/>
          <dgm:chPref val="0"/>
        </dgm:presLayoutVars>
      </dgm:prSet>
      <dgm:spPr/>
    </dgm:pt>
    <dgm:pt modelId="{706ABF0C-467E-4768-A2F2-FFA49CA0F84E}" type="pres">
      <dgm:prSet presAssocID="{D3849D32-9F85-4FE8-8556-2349A7E9BBF6}" presName="txSpace" presStyleCnt="0"/>
      <dgm:spPr/>
    </dgm:pt>
    <dgm:pt modelId="{3C3405CC-0D62-4FD8-B777-ADEF87BC8E1E}" type="pres">
      <dgm:prSet presAssocID="{D3849D32-9F85-4FE8-8556-2349A7E9BBF6}" presName="desTx" presStyleLbl="revTx" presStyleIdx="1" presStyleCnt="6">
        <dgm:presLayoutVars/>
      </dgm:prSet>
      <dgm:spPr/>
    </dgm:pt>
    <dgm:pt modelId="{531E8540-619A-477F-986E-70926A138E40}" type="pres">
      <dgm:prSet presAssocID="{33B1A4B5-4E36-4C57-8164-507ABAFA4C7D}" presName="sibTrans" presStyleCnt="0"/>
      <dgm:spPr/>
    </dgm:pt>
    <dgm:pt modelId="{FA300FC5-5E87-486E-8022-E0D210B9BBCB}" type="pres">
      <dgm:prSet presAssocID="{A0613228-73C9-44FE-B25F-C0BE53A81713}" presName="compNode" presStyleCnt="0"/>
      <dgm:spPr/>
    </dgm:pt>
    <dgm:pt modelId="{31335775-1474-42F7-821E-0F7698E71928}" type="pres">
      <dgm:prSet presAssocID="{A0613228-73C9-44FE-B25F-C0BE53A8171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690E37D-BE4A-4846-8227-74A40A9B248A}" type="pres">
      <dgm:prSet presAssocID="{A0613228-73C9-44FE-B25F-C0BE53A81713}" presName="iconSpace" presStyleCnt="0"/>
      <dgm:spPr/>
    </dgm:pt>
    <dgm:pt modelId="{6C586D50-727E-4009-95EE-6E8AAECFD037}" type="pres">
      <dgm:prSet presAssocID="{A0613228-73C9-44FE-B25F-C0BE53A81713}" presName="parTx" presStyleLbl="revTx" presStyleIdx="2" presStyleCnt="6">
        <dgm:presLayoutVars>
          <dgm:chMax val="0"/>
          <dgm:chPref val="0"/>
        </dgm:presLayoutVars>
      </dgm:prSet>
      <dgm:spPr/>
    </dgm:pt>
    <dgm:pt modelId="{99EC5E1C-5F5A-49CF-BB0D-F2E56AD1DBCC}" type="pres">
      <dgm:prSet presAssocID="{A0613228-73C9-44FE-B25F-C0BE53A81713}" presName="txSpace" presStyleCnt="0"/>
      <dgm:spPr/>
    </dgm:pt>
    <dgm:pt modelId="{4009E981-8EA9-480E-BB65-4DDB8D0EDA24}" type="pres">
      <dgm:prSet presAssocID="{A0613228-73C9-44FE-B25F-C0BE53A81713}" presName="desTx" presStyleLbl="revTx" presStyleIdx="3" presStyleCnt="6">
        <dgm:presLayoutVars/>
      </dgm:prSet>
      <dgm:spPr/>
    </dgm:pt>
    <dgm:pt modelId="{492C6E07-BEC6-4C40-BB22-D68F8966BC3B}" type="pres">
      <dgm:prSet presAssocID="{C8588FCA-B067-4F6A-9595-903FBA2E96F2}" presName="sibTrans" presStyleCnt="0"/>
      <dgm:spPr/>
    </dgm:pt>
    <dgm:pt modelId="{92554C0E-7435-491A-A2D0-7FA2284A2801}" type="pres">
      <dgm:prSet presAssocID="{F92F1C57-5E23-494B-900B-0891BD9CDE20}" presName="compNode" presStyleCnt="0"/>
      <dgm:spPr/>
    </dgm:pt>
    <dgm:pt modelId="{6863BB0F-6099-41F2-B56A-BCAEE4B34752}" type="pres">
      <dgm:prSet presAssocID="{F92F1C57-5E23-494B-900B-0891BD9CDE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CDF7BAC0-213C-477B-8479-05C35A743695}" type="pres">
      <dgm:prSet presAssocID="{F92F1C57-5E23-494B-900B-0891BD9CDE20}" presName="iconSpace" presStyleCnt="0"/>
      <dgm:spPr/>
    </dgm:pt>
    <dgm:pt modelId="{AAAC0832-974D-459B-9D8A-994E96BCCEA4}" type="pres">
      <dgm:prSet presAssocID="{F92F1C57-5E23-494B-900B-0891BD9CDE20}" presName="parTx" presStyleLbl="revTx" presStyleIdx="4" presStyleCnt="6">
        <dgm:presLayoutVars>
          <dgm:chMax val="0"/>
          <dgm:chPref val="0"/>
        </dgm:presLayoutVars>
      </dgm:prSet>
      <dgm:spPr/>
    </dgm:pt>
    <dgm:pt modelId="{9C42CF60-968A-4B68-A7D0-17AB6DE297E7}" type="pres">
      <dgm:prSet presAssocID="{F92F1C57-5E23-494B-900B-0891BD9CDE20}" presName="txSpace" presStyleCnt="0"/>
      <dgm:spPr/>
    </dgm:pt>
    <dgm:pt modelId="{D3672370-9856-429E-BEBF-8B3636A55B61}" type="pres">
      <dgm:prSet presAssocID="{F92F1C57-5E23-494B-900B-0891BD9CDE20}" presName="desTx" presStyleLbl="revTx" presStyleIdx="5" presStyleCnt="6">
        <dgm:presLayoutVars/>
      </dgm:prSet>
      <dgm:spPr/>
    </dgm:pt>
  </dgm:ptLst>
  <dgm:cxnLst>
    <dgm:cxn modelId="{B92A7109-1476-45AE-AA77-665F88BFCE18}" srcId="{D3849D32-9F85-4FE8-8556-2349A7E9BBF6}" destId="{4673D1E3-5933-4C8E-A251-5D8880175E08}" srcOrd="0" destOrd="0" parTransId="{5FEE7078-B910-4918-89C2-ED08F2F6A4F9}" sibTransId="{A0F855BC-07E6-4778-8887-64E7CB4C882A}"/>
    <dgm:cxn modelId="{46EA1F17-33D7-4B54-94F8-7E73473C5C34}" type="presOf" srcId="{E2F75082-18D2-40A1-9AEB-0E87A74AC608}" destId="{ED4CD883-652B-49CE-A4DC-1528753AC3FB}" srcOrd="0" destOrd="0" presId="urn:microsoft.com/office/officeart/2018/2/layout/IconLabelDescriptionList"/>
    <dgm:cxn modelId="{6AD2A738-B76B-40D0-BC23-1769D7E004E6}" type="presOf" srcId="{D3849D32-9F85-4FE8-8556-2349A7E9BBF6}" destId="{9AAE9564-79E3-4DD4-B635-7BE22DBBF50C}" srcOrd="0" destOrd="0" presId="urn:microsoft.com/office/officeart/2018/2/layout/IconLabelDescriptionList"/>
    <dgm:cxn modelId="{0A4B6D41-28E6-4ECA-9C9E-0EDCD4A84A11}" type="presOf" srcId="{4673D1E3-5933-4C8E-A251-5D8880175E08}" destId="{3C3405CC-0D62-4FD8-B777-ADEF87BC8E1E}" srcOrd="0" destOrd="0" presId="urn:microsoft.com/office/officeart/2018/2/layout/IconLabelDescriptionList"/>
    <dgm:cxn modelId="{0C411B48-F583-4CB9-B09A-50E2CF8A9745}" srcId="{D3849D32-9F85-4FE8-8556-2349A7E9BBF6}" destId="{BC7712EC-E55A-4750-B146-C94E62765246}" srcOrd="1" destOrd="0" parTransId="{0454D49F-D456-45FE-8164-298D68843EC9}" sibTransId="{43975D0E-FBEA-42ED-A42A-AD436A69651F}"/>
    <dgm:cxn modelId="{862B0A6B-6168-4BCB-828D-41436E027208}" type="presOf" srcId="{BC7712EC-E55A-4750-B146-C94E62765246}" destId="{3C3405CC-0D62-4FD8-B777-ADEF87BC8E1E}" srcOrd="0" destOrd="1" presId="urn:microsoft.com/office/officeart/2018/2/layout/IconLabelDescriptionList"/>
    <dgm:cxn modelId="{C19D46A0-D595-498E-8273-1DD513F14A6F}" type="presOf" srcId="{A0613228-73C9-44FE-B25F-C0BE53A81713}" destId="{6C586D50-727E-4009-95EE-6E8AAECFD037}" srcOrd="0" destOrd="0" presId="urn:microsoft.com/office/officeart/2018/2/layout/IconLabelDescriptionList"/>
    <dgm:cxn modelId="{CFE5BEA3-E479-4398-BE2B-FE698E06B48F}" srcId="{E2F75082-18D2-40A1-9AEB-0E87A74AC608}" destId="{F92F1C57-5E23-494B-900B-0891BD9CDE20}" srcOrd="2" destOrd="0" parTransId="{629445AA-BF04-4D32-8790-C8D0396773D5}" sibTransId="{64623169-F7E4-4ADF-8582-466B33611E1B}"/>
    <dgm:cxn modelId="{305504B0-5B89-460C-9049-F76AE9F3B2B4}" srcId="{E2F75082-18D2-40A1-9AEB-0E87A74AC608}" destId="{D3849D32-9F85-4FE8-8556-2349A7E9BBF6}" srcOrd="0" destOrd="0" parTransId="{BE21FFB0-A893-46EB-B933-CFA8A1F58F1D}" sibTransId="{33B1A4B5-4E36-4C57-8164-507ABAFA4C7D}"/>
    <dgm:cxn modelId="{781EDED2-A6CF-432B-BEC6-0C47A19E583E}" srcId="{E2F75082-18D2-40A1-9AEB-0E87A74AC608}" destId="{A0613228-73C9-44FE-B25F-C0BE53A81713}" srcOrd="1" destOrd="0" parTransId="{6F5E429B-C062-4298-BE17-687428E8C329}" sibTransId="{C8588FCA-B067-4F6A-9595-903FBA2E96F2}"/>
    <dgm:cxn modelId="{B3F961DD-0640-4E74-B4BB-5E2321297449}" type="presOf" srcId="{F92F1C57-5E23-494B-900B-0891BD9CDE20}" destId="{AAAC0832-974D-459B-9D8A-994E96BCCEA4}" srcOrd="0" destOrd="0" presId="urn:microsoft.com/office/officeart/2018/2/layout/IconLabelDescriptionList"/>
    <dgm:cxn modelId="{9DA5039F-3C62-40AF-9FE8-6374C6023F81}" type="presParOf" srcId="{ED4CD883-652B-49CE-A4DC-1528753AC3FB}" destId="{82E9A6EE-414E-40C0-BC23-CA19EBFFCBA3}" srcOrd="0" destOrd="0" presId="urn:microsoft.com/office/officeart/2018/2/layout/IconLabelDescriptionList"/>
    <dgm:cxn modelId="{5370FF8E-204C-448E-A862-C13CF50D5B42}" type="presParOf" srcId="{82E9A6EE-414E-40C0-BC23-CA19EBFFCBA3}" destId="{74F4A964-0330-495E-ABD1-7B1018BCF7CB}" srcOrd="0" destOrd="0" presId="urn:microsoft.com/office/officeart/2018/2/layout/IconLabelDescriptionList"/>
    <dgm:cxn modelId="{A5FBB25B-0E65-4F05-8929-D1DAD365C0AA}" type="presParOf" srcId="{82E9A6EE-414E-40C0-BC23-CA19EBFFCBA3}" destId="{F85BEEEF-06AC-4B81-9209-A18E4BE50167}" srcOrd="1" destOrd="0" presId="urn:microsoft.com/office/officeart/2018/2/layout/IconLabelDescriptionList"/>
    <dgm:cxn modelId="{55C5BC75-3C7F-4367-AB6D-9D1740A3B033}" type="presParOf" srcId="{82E9A6EE-414E-40C0-BC23-CA19EBFFCBA3}" destId="{9AAE9564-79E3-4DD4-B635-7BE22DBBF50C}" srcOrd="2" destOrd="0" presId="urn:microsoft.com/office/officeart/2018/2/layout/IconLabelDescriptionList"/>
    <dgm:cxn modelId="{4385B180-A9B8-437E-BD04-881E2EE6AE93}" type="presParOf" srcId="{82E9A6EE-414E-40C0-BC23-CA19EBFFCBA3}" destId="{706ABF0C-467E-4768-A2F2-FFA49CA0F84E}" srcOrd="3" destOrd="0" presId="urn:microsoft.com/office/officeart/2018/2/layout/IconLabelDescriptionList"/>
    <dgm:cxn modelId="{16F2E281-28DC-44C5-9329-AE2B1BE92AA2}" type="presParOf" srcId="{82E9A6EE-414E-40C0-BC23-CA19EBFFCBA3}" destId="{3C3405CC-0D62-4FD8-B777-ADEF87BC8E1E}" srcOrd="4" destOrd="0" presId="urn:microsoft.com/office/officeart/2018/2/layout/IconLabelDescriptionList"/>
    <dgm:cxn modelId="{FD948D3E-9C36-4784-8A40-F1170BA358F2}" type="presParOf" srcId="{ED4CD883-652B-49CE-A4DC-1528753AC3FB}" destId="{531E8540-619A-477F-986E-70926A138E40}" srcOrd="1" destOrd="0" presId="urn:microsoft.com/office/officeart/2018/2/layout/IconLabelDescriptionList"/>
    <dgm:cxn modelId="{94B57604-E684-4F00-9160-D9B3FC7C8C72}" type="presParOf" srcId="{ED4CD883-652B-49CE-A4DC-1528753AC3FB}" destId="{FA300FC5-5E87-486E-8022-E0D210B9BBCB}" srcOrd="2" destOrd="0" presId="urn:microsoft.com/office/officeart/2018/2/layout/IconLabelDescriptionList"/>
    <dgm:cxn modelId="{BD72D59B-8390-48CD-A477-31E0CC9797F5}" type="presParOf" srcId="{FA300FC5-5E87-486E-8022-E0D210B9BBCB}" destId="{31335775-1474-42F7-821E-0F7698E71928}" srcOrd="0" destOrd="0" presId="urn:microsoft.com/office/officeart/2018/2/layout/IconLabelDescriptionList"/>
    <dgm:cxn modelId="{1DE24E59-012B-4ACC-B9BD-C164DAAA5F4D}" type="presParOf" srcId="{FA300FC5-5E87-486E-8022-E0D210B9BBCB}" destId="{2690E37D-BE4A-4846-8227-74A40A9B248A}" srcOrd="1" destOrd="0" presId="urn:microsoft.com/office/officeart/2018/2/layout/IconLabelDescriptionList"/>
    <dgm:cxn modelId="{7E4AD790-B76A-4341-9130-31A4F30554C7}" type="presParOf" srcId="{FA300FC5-5E87-486E-8022-E0D210B9BBCB}" destId="{6C586D50-727E-4009-95EE-6E8AAECFD037}" srcOrd="2" destOrd="0" presId="urn:microsoft.com/office/officeart/2018/2/layout/IconLabelDescriptionList"/>
    <dgm:cxn modelId="{F0EFC941-9259-4431-B80B-AEE03071CACF}" type="presParOf" srcId="{FA300FC5-5E87-486E-8022-E0D210B9BBCB}" destId="{99EC5E1C-5F5A-49CF-BB0D-F2E56AD1DBCC}" srcOrd="3" destOrd="0" presId="urn:microsoft.com/office/officeart/2018/2/layout/IconLabelDescriptionList"/>
    <dgm:cxn modelId="{2CAA80EE-A390-4B3E-A844-6AC09E3E3571}" type="presParOf" srcId="{FA300FC5-5E87-486E-8022-E0D210B9BBCB}" destId="{4009E981-8EA9-480E-BB65-4DDB8D0EDA24}" srcOrd="4" destOrd="0" presId="urn:microsoft.com/office/officeart/2018/2/layout/IconLabelDescriptionList"/>
    <dgm:cxn modelId="{0E52A415-DA6F-44D7-A970-696C652D74E8}" type="presParOf" srcId="{ED4CD883-652B-49CE-A4DC-1528753AC3FB}" destId="{492C6E07-BEC6-4C40-BB22-D68F8966BC3B}" srcOrd="3" destOrd="0" presId="urn:microsoft.com/office/officeart/2018/2/layout/IconLabelDescriptionList"/>
    <dgm:cxn modelId="{56D0ACB9-6D9A-40C0-9037-17765A05E8A2}" type="presParOf" srcId="{ED4CD883-652B-49CE-A4DC-1528753AC3FB}" destId="{92554C0E-7435-491A-A2D0-7FA2284A2801}" srcOrd="4" destOrd="0" presId="urn:microsoft.com/office/officeart/2018/2/layout/IconLabelDescriptionList"/>
    <dgm:cxn modelId="{5773DCAB-DAA5-4F00-9584-2E479D7BCE65}" type="presParOf" srcId="{92554C0E-7435-491A-A2D0-7FA2284A2801}" destId="{6863BB0F-6099-41F2-B56A-BCAEE4B34752}" srcOrd="0" destOrd="0" presId="urn:microsoft.com/office/officeart/2018/2/layout/IconLabelDescriptionList"/>
    <dgm:cxn modelId="{82DE7DAF-F1BE-451D-9377-8E923588CBE1}" type="presParOf" srcId="{92554C0E-7435-491A-A2D0-7FA2284A2801}" destId="{CDF7BAC0-213C-477B-8479-05C35A743695}" srcOrd="1" destOrd="0" presId="urn:microsoft.com/office/officeart/2018/2/layout/IconLabelDescriptionList"/>
    <dgm:cxn modelId="{BF642B65-200A-4011-A91F-F72180F862B4}" type="presParOf" srcId="{92554C0E-7435-491A-A2D0-7FA2284A2801}" destId="{AAAC0832-974D-459B-9D8A-994E96BCCEA4}" srcOrd="2" destOrd="0" presId="urn:microsoft.com/office/officeart/2018/2/layout/IconLabelDescriptionList"/>
    <dgm:cxn modelId="{ABB1EADE-E987-41AF-B2A3-AB30C0F3E178}" type="presParOf" srcId="{92554C0E-7435-491A-A2D0-7FA2284A2801}" destId="{9C42CF60-968A-4B68-A7D0-17AB6DE297E7}" srcOrd="3" destOrd="0" presId="urn:microsoft.com/office/officeart/2018/2/layout/IconLabelDescriptionList"/>
    <dgm:cxn modelId="{DC96C544-CFA2-4415-9184-58216D5F2D42}" type="presParOf" srcId="{92554C0E-7435-491A-A2D0-7FA2284A2801}" destId="{D3672370-9856-429E-BEBF-8B3636A55B6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95CC5-DAD2-432C-85E3-6286374D3B7B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C75D1E8-DB1E-4235-828C-E9D29D7E3677}">
      <dgm:prSet/>
      <dgm:spPr/>
      <dgm:t>
        <a:bodyPr/>
        <a:lstStyle/>
        <a:p>
          <a:r>
            <a:rPr lang="de-DE" baseline="0"/>
            <a:t>Automatisch suchen lassen:</a:t>
          </a:r>
          <a:br>
            <a:rPr lang="de-DE" baseline="0"/>
          </a:br>
          <a:r>
            <a:rPr lang="de-DE" baseline="0"/>
            <a:t>python3 -m unittest</a:t>
          </a:r>
          <a:endParaRPr lang="en-US"/>
        </a:p>
      </dgm:t>
    </dgm:pt>
    <dgm:pt modelId="{B0CD058D-EAA5-4936-AD67-3201C565DCD9}" type="parTrans" cxnId="{9FFF6AF9-AA0D-42ED-8ACB-EF71006396E9}">
      <dgm:prSet/>
      <dgm:spPr/>
      <dgm:t>
        <a:bodyPr/>
        <a:lstStyle/>
        <a:p>
          <a:endParaRPr lang="en-US"/>
        </a:p>
      </dgm:t>
    </dgm:pt>
    <dgm:pt modelId="{592905AC-8774-4F10-935F-3E083FD7B609}" type="sibTrans" cxnId="{9FFF6AF9-AA0D-42ED-8ACB-EF71006396E9}">
      <dgm:prSet/>
      <dgm:spPr/>
      <dgm:t>
        <a:bodyPr/>
        <a:lstStyle/>
        <a:p>
          <a:endParaRPr lang="en-US"/>
        </a:p>
      </dgm:t>
    </dgm:pt>
    <dgm:pt modelId="{9CC56262-0CA4-4719-8069-49856DB98CDB}">
      <dgm:prSet/>
      <dgm:spPr/>
      <dgm:t>
        <a:bodyPr/>
        <a:lstStyle/>
        <a:p>
          <a:r>
            <a:rPr lang="de-DE" baseline="0"/>
            <a:t>Mit konkreter Angabe:</a:t>
          </a:r>
          <a:br>
            <a:rPr lang="de-DE" baseline="0"/>
          </a:br>
          <a:r>
            <a:rPr lang="de-DE" baseline="0"/>
            <a:t>python3 -m unittest test_kreis</a:t>
          </a:r>
          <a:endParaRPr lang="en-US"/>
        </a:p>
      </dgm:t>
    </dgm:pt>
    <dgm:pt modelId="{CA3FEA19-2946-4C4E-B15D-625A45D02795}" type="parTrans" cxnId="{EFEFBC8A-0768-426B-861F-2A3BAD8540FC}">
      <dgm:prSet/>
      <dgm:spPr/>
      <dgm:t>
        <a:bodyPr/>
        <a:lstStyle/>
        <a:p>
          <a:endParaRPr lang="en-US"/>
        </a:p>
      </dgm:t>
    </dgm:pt>
    <dgm:pt modelId="{AB8466D0-7515-4526-9892-987CD84CB41D}" type="sibTrans" cxnId="{EFEFBC8A-0768-426B-861F-2A3BAD8540FC}">
      <dgm:prSet/>
      <dgm:spPr/>
      <dgm:t>
        <a:bodyPr/>
        <a:lstStyle/>
        <a:p>
          <a:endParaRPr lang="en-US"/>
        </a:p>
      </dgm:t>
    </dgm:pt>
    <dgm:pt modelId="{6B2AE5E0-6C15-7540-9C2A-3F7FABA49282}" type="pres">
      <dgm:prSet presAssocID="{6F795CC5-DAD2-432C-85E3-6286374D3B7B}" presName="diagram" presStyleCnt="0">
        <dgm:presLayoutVars>
          <dgm:dir/>
          <dgm:resizeHandles val="exact"/>
        </dgm:presLayoutVars>
      </dgm:prSet>
      <dgm:spPr/>
    </dgm:pt>
    <dgm:pt modelId="{394808AB-848B-3649-B70F-846A56801E5D}" type="pres">
      <dgm:prSet presAssocID="{5C75D1E8-DB1E-4235-828C-E9D29D7E3677}" presName="node" presStyleLbl="node1" presStyleIdx="0" presStyleCnt="2">
        <dgm:presLayoutVars>
          <dgm:bulletEnabled val="1"/>
        </dgm:presLayoutVars>
      </dgm:prSet>
      <dgm:spPr/>
    </dgm:pt>
    <dgm:pt modelId="{EEBFA1C1-5191-2349-8981-71C0907A2507}" type="pres">
      <dgm:prSet presAssocID="{592905AC-8774-4F10-935F-3E083FD7B609}" presName="sibTrans" presStyleCnt="0"/>
      <dgm:spPr/>
    </dgm:pt>
    <dgm:pt modelId="{14FEBE84-7ABA-7743-AB4D-8351BE43B811}" type="pres">
      <dgm:prSet presAssocID="{9CC56262-0CA4-4719-8069-49856DB98CDB}" presName="node" presStyleLbl="node1" presStyleIdx="1" presStyleCnt="2">
        <dgm:presLayoutVars>
          <dgm:bulletEnabled val="1"/>
        </dgm:presLayoutVars>
      </dgm:prSet>
      <dgm:spPr/>
    </dgm:pt>
  </dgm:ptLst>
  <dgm:cxnLst>
    <dgm:cxn modelId="{10CACD00-ABC1-0848-ACA4-592CB589E985}" type="presOf" srcId="{9CC56262-0CA4-4719-8069-49856DB98CDB}" destId="{14FEBE84-7ABA-7743-AB4D-8351BE43B811}" srcOrd="0" destOrd="0" presId="urn:microsoft.com/office/officeart/2005/8/layout/default"/>
    <dgm:cxn modelId="{CD32A083-D807-CE42-9CAA-27B695629EAF}" type="presOf" srcId="{6F795CC5-DAD2-432C-85E3-6286374D3B7B}" destId="{6B2AE5E0-6C15-7540-9C2A-3F7FABA49282}" srcOrd="0" destOrd="0" presId="urn:microsoft.com/office/officeart/2005/8/layout/default"/>
    <dgm:cxn modelId="{A117568A-71BC-F645-91DC-CE7B1F7D5F52}" type="presOf" srcId="{5C75D1E8-DB1E-4235-828C-E9D29D7E3677}" destId="{394808AB-848B-3649-B70F-846A56801E5D}" srcOrd="0" destOrd="0" presId="urn:microsoft.com/office/officeart/2005/8/layout/default"/>
    <dgm:cxn modelId="{EFEFBC8A-0768-426B-861F-2A3BAD8540FC}" srcId="{6F795CC5-DAD2-432C-85E3-6286374D3B7B}" destId="{9CC56262-0CA4-4719-8069-49856DB98CDB}" srcOrd="1" destOrd="0" parTransId="{CA3FEA19-2946-4C4E-B15D-625A45D02795}" sibTransId="{AB8466D0-7515-4526-9892-987CD84CB41D}"/>
    <dgm:cxn modelId="{9FFF6AF9-AA0D-42ED-8ACB-EF71006396E9}" srcId="{6F795CC5-DAD2-432C-85E3-6286374D3B7B}" destId="{5C75D1E8-DB1E-4235-828C-E9D29D7E3677}" srcOrd="0" destOrd="0" parTransId="{B0CD058D-EAA5-4936-AD67-3201C565DCD9}" sibTransId="{592905AC-8774-4F10-935F-3E083FD7B609}"/>
    <dgm:cxn modelId="{F77DF4C1-C217-3340-BEE5-9AF976C05D7C}" type="presParOf" srcId="{6B2AE5E0-6C15-7540-9C2A-3F7FABA49282}" destId="{394808AB-848B-3649-B70F-846A56801E5D}" srcOrd="0" destOrd="0" presId="urn:microsoft.com/office/officeart/2005/8/layout/default"/>
    <dgm:cxn modelId="{3C13ED70-BBC2-2346-BBC8-5733C0AD8DBC}" type="presParOf" srcId="{6B2AE5E0-6C15-7540-9C2A-3F7FABA49282}" destId="{EEBFA1C1-5191-2349-8981-71C0907A2507}" srcOrd="1" destOrd="0" presId="urn:microsoft.com/office/officeart/2005/8/layout/default"/>
    <dgm:cxn modelId="{3BB92B9E-DCD0-954A-99C1-2168D9A2F5F8}" type="presParOf" srcId="{6B2AE5E0-6C15-7540-9C2A-3F7FABA49282}" destId="{14FEBE84-7ABA-7743-AB4D-8351BE43B81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4A964-0330-495E-ABD1-7B1018BCF7CB}">
      <dsp:nvSpPr>
        <dsp:cNvPr id="0" name=""/>
        <dsp:cNvSpPr/>
      </dsp:nvSpPr>
      <dsp:spPr>
        <a:xfrm>
          <a:off x="1582" y="991799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E9564-79E3-4DD4-B635-7BE22DBBF50C}">
      <dsp:nvSpPr>
        <dsp:cNvPr id="0" name=""/>
        <dsp:cNvSpPr/>
      </dsp:nvSpPr>
      <dsp:spPr>
        <a:xfrm>
          <a:off x="1582" y="222817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700" kern="1200"/>
            <a:t>Zwei Möglichkeiten:</a:t>
          </a:r>
          <a:endParaRPr lang="en-US" sz="1700" kern="1200"/>
        </a:p>
      </dsp:txBody>
      <dsp:txXfrm>
        <a:off x="1582" y="2228177"/>
        <a:ext cx="3261093" cy="489164"/>
      </dsp:txXfrm>
    </dsp:sp>
    <dsp:sp modelId="{3C3405CC-0D62-4FD8-B777-ADEF87BC8E1E}">
      <dsp:nvSpPr>
        <dsp:cNvPr id="0" name=""/>
        <dsp:cNvSpPr/>
      </dsp:nvSpPr>
      <dsp:spPr>
        <a:xfrm>
          <a:off x="1582" y="2761525"/>
          <a:ext cx="3261093" cy="439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A: Fire und Forget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B: Testen</a:t>
          </a:r>
          <a:endParaRPr lang="en-US" sz="1300" kern="1200"/>
        </a:p>
      </dsp:txBody>
      <dsp:txXfrm>
        <a:off x="1582" y="2761525"/>
        <a:ext cx="3261093" cy="439480"/>
      </dsp:txXfrm>
    </dsp:sp>
    <dsp:sp modelId="{31335775-1474-42F7-821E-0F7698E71928}">
      <dsp:nvSpPr>
        <dsp:cNvPr id="0" name=""/>
        <dsp:cNvSpPr/>
      </dsp:nvSpPr>
      <dsp:spPr>
        <a:xfrm>
          <a:off x="3833367" y="991799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86D50-727E-4009-95EE-6E8AAECFD037}">
      <dsp:nvSpPr>
        <dsp:cNvPr id="0" name=""/>
        <dsp:cNvSpPr/>
      </dsp:nvSpPr>
      <dsp:spPr>
        <a:xfrm>
          <a:off x="3833367" y="222817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700" kern="1200" dirty="0"/>
            <a:t>automatisierte Tests helfen Tests wiederkehrend auszuführen</a:t>
          </a:r>
          <a:endParaRPr lang="en-US" sz="1700" kern="1200" dirty="0"/>
        </a:p>
      </dsp:txBody>
      <dsp:txXfrm>
        <a:off x="3833367" y="2228177"/>
        <a:ext cx="3261093" cy="489164"/>
      </dsp:txXfrm>
    </dsp:sp>
    <dsp:sp modelId="{4009E981-8EA9-480E-BB65-4DDB8D0EDA24}">
      <dsp:nvSpPr>
        <dsp:cNvPr id="0" name=""/>
        <dsp:cNvSpPr/>
      </dsp:nvSpPr>
      <dsp:spPr>
        <a:xfrm>
          <a:off x="3833367" y="2761525"/>
          <a:ext cx="3261093" cy="439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63BB0F-6099-41F2-B56A-BCAEE4B34752}">
      <dsp:nvSpPr>
        <dsp:cNvPr id="0" name=""/>
        <dsp:cNvSpPr/>
      </dsp:nvSpPr>
      <dsp:spPr>
        <a:xfrm>
          <a:off x="7665152" y="991799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C0832-974D-459B-9D8A-994E96BCCEA4}">
      <dsp:nvSpPr>
        <dsp:cNvPr id="0" name=""/>
        <dsp:cNvSpPr/>
      </dsp:nvSpPr>
      <dsp:spPr>
        <a:xfrm>
          <a:off x="7665152" y="222817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700" kern="1200"/>
            <a:t>Und sorgen so für eine Art Qualitätssicherung</a:t>
          </a:r>
          <a:endParaRPr lang="en-US" sz="1700" kern="1200"/>
        </a:p>
      </dsp:txBody>
      <dsp:txXfrm>
        <a:off x="7665152" y="2228177"/>
        <a:ext cx="3261093" cy="489164"/>
      </dsp:txXfrm>
    </dsp:sp>
    <dsp:sp modelId="{D3672370-9856-429E-BEBF-8B3636A55B61}">
      <dsp:nvSpPr>
        <dsp:cNvPr id="0" name=""/>
        <dsp:cNvSpPr/>
      </dsp:nvSpPr>
      <dsp:spPr>
        <a:xfrm>
          <a:off x="7665152" y="2761525"/>
          <a:ext cx="3261093" cy="439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808AB-848B-3649-B70F-846A56801E5D}">
      <dsp:nvSpPr>
        <dsp:cNvPr id="0" name=""/>
        <dsp:cNvSpPr/>
      </dsp:nvSpPr>
      <dsp:spPr>
        <a:xfrm>
          <a:off x="804" y="952012"/>
          <a:ext cx="3135657" cy="18813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baseline="0"/>
            <a:t>Automatisch suchen lassen:</a:t>
          </a:r>
          <a:br>
            <a:rPr lang="de-DE" sz="2900" kern="1200" baseline="0"/>
          </a:br>
          <a:r>
            <a:rPr lang="de-DE" sz="2900" kern="1200" baseline="0"/>
            <a:t>python3 -m unittest</a:t>
          </a:r>
          <a:endParaRPr lang="en-US" sz="2900" kern="1200"/>
        </a:p>
      </dsp:txBody>
      <dsp:txXfrm>
        <a:off x="804" y="952012"/>
        <a:ext cx="3135657" cy="1881394"/>
      </dsp:txXfrm>
    </dsp:sp>
    <dsp:sp modelId="{14FEBE84-7ABA-7743-AB4D-8351BE43B811}">
      <dsp:nvSpPr>
        <dsp:cNvPr id="0" name=""/>
        <dsp:cNvSpPr/>
      </dsp:nvSpPr>
      <dsp:spPr>
        <a:xfrm>
          <a:off x="3450027" y="952012"/>
          <a:ext cx="3135657" cy="18813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baseline="0"/>
            <a:t>Mit konkreter Angabe:</a:t>
          </a:r>
          <a:br>
            <a:rPr lang="de-DE" sz="2900" kern="1200" baseline="0"/>
          </a:br>
          <a:r>
            <a:rPr lang="de-DE" sz="2900" kern="1200" baseline="0"/>
            <a:t>python3 -m unittest test_kreis</a:t>
          </a:r>
          <a:endParaRPr lang="en-US" sz="2900" kern="1200"/>
        </a:p>
      </dsp:txBody>
      <dsp:txXfrm>
        <a:off x="3450027" y="952012"/>
        <a:ext cx="3135657" cy="1881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34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unittest.html#unittest.TestCase.assertIsNot" TargetMode="External"/><Relationship Id="rId13" Type="http://schemas.openxmlformats.org/officeDocument/2006/relationships/hyperlink" Target="https://docs.python.org/3/library/unittest.html#unittest.TestCase.assertIsInstance" TargetMode="External"/><Relationship Id="rId3" Type="http://schemas.openxmlformats.org/officeDocument/2006/relationships/hyperlink" Target="https://docs.python.org/3/library/unittest.html#unittest.TestCase.assertEqual" TargetMode="External"/><Relationship Id="rId7" Type="http://schemas.openxmlformats.org/officeDocument/2006/relationships/hyperlink" Target="https://docs.python.org/3/library/unittest.html#unittest.TestCase.assertIs" TargetMode="External"/><Relationship Id="rId12" Type="http://schemas.openxmlformats.org/officeDocument/2006/relationships/hyperlink" Target="https://docs.python.org/3/library/unittest.html#unittest.TestCase.assertNot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unittest.html#unittest.TestCase.assertFalse" TargetMode="External"/><Relationship Id="rId11" Type="http://schemas.openxmlformats.org/officeDocument/2006/relationships/hyperlink" Target="https://docs.python.org/3/library/unittest.html#unittest.TestCase.assertIn" TargetMode="External"/><Relationship Id="rId5" Type="http://schemas.openxmlformats.org/officeDocument/2006/relationships/hyperlink" Target="https://docs.python.org/3/library/unittest.html#unittest.TestCase.assertTrue" TargetMode="External"/><Relationship Id="rId10" Type="http://schemas.openxmlformats.org/officeDocument/2006/relationships/hyperlink" Target="https://docs.python.org/3/library/unittest.html#unittest.TestCase.assertIsNotNone" TargetMode="External"/><Relationship Id="rId4" Type="http://schemas.openxmlformats.org/officeDocument/2006/relationships/hyperlink" Target="https://docs.python.org/3/library/unittest.html#unittest.TestCase.assertNotEqual" TargetMode="External"/><Relationship Id="rId9" Type="http://schemas.openxmlformats.org/officeDocument/2006/relationships/hyperlink" Target="https://docs.python.org/3/library/unittest.html#unittest.TestCase.assertIsNone" TargetMode="External"/><Relationship Id="rId14" Type="http://schemas.openxmlformats.org/officeDocument/2006/relationships/hyperlink" Target="https://docs.python.org/3/library/unittest.html#unittest.TestCase.assertNotIsInstanc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Modul12 – Unit Tests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Unit Tests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706E4D-6A1E-E747-B12F-B2A5F33F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Intro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3677682-F2FE-4C35-A0BA-339D77929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06241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97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B0030E-6990-8345-A10D-5A38AB09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Talk </a:t>
            </a:r>
            <a:r>
              <a:rPr lang="de-DE" dirty="0" err="1"/>
              <a:t>About</a:t>
            </a:r>
            <a:r>
              <a:rPr lang="de-DE" dirty="0"/>
              <a:t> Test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BB16A-7B1C-F040-9F20-33A3DE327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Unit Test versus Integration Tests</a:t>
            </a:r>
          </a:p>
          <a:p>
            <a:pPr lvl="1"/>
            <a:r>
              <a:rPr lang="de-DE" dirty="0"/>
              <a:t>Integration Test prüft ob die Komponenten Ihrer Applikation richtig zusammenarbeiten (geht das Licht an meinem Fahrrad?)</a:t>
            </a:r>
          </a:p>
          <a:p>
            <a:pPr lvl="1"/>
            <a:r>
              <a:rPr lang="de-DE" dirty="0"/>
              <a:t>Unit Test prüft eine einzelne Komponente in der Applikation (liefert der Dynamo Strom?)</a:t>
            </a:r>
          </a:p>
          <a:p>
            <a:r>
              <a:rPr lang="de-DE" dirty="0"/>
              <a:t>Die Assertion ist was ich prüfe (Das Rücklicht brennt! True/</a:t>
            </a:r>
            <a:r>
              <a:rPr lang="de-DE" dirty="0" err="1"/>
              <a:t>false</a:t>
            </a:r>
            <a:r>
              <a:rPr lang="de-DE" dirty="0"/>
              <a:t>)</a:t>
            </a:r>
          </a:p>
          <a:p>
            <a:r>
              <a:rPr lang="de-DE" dirty="0"/>
              <a:t>Wir sprechen hier über Unit Tests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104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D9462-B0C5-1F47-A5FC-9B05DBE6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 dirty="0"/>
              <a:t>Tester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991893-F7A0-464B-884D-700B6F8B5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de-DE" sz="2000" dirty="0"/>
              <a:t>Python bietet diverse sog. Test Runner:</a:t>
            </a:r>
          </a:p>
          <a:p>
            <a:pPr lvl="1"/>
            <a:r>
              <a:rPr lang="de-DE" sz="2000" dirty="0" err="1"/>
              <a:t>Unittest</a:t>
            </a:r>
            <a:r>
              <a:rPr lang="de-DE" sz="2000" dirty="0"/>
              <a:t> (Standard Library)*</a:t>
            </a:r>
          </a:p>
          <a:p>
            <a:pPr lvl="1"/>
            <a:r>
              <a:rPr lang="de-DE" sz="2000" dirty="0" err="1"/>
              <a:t>Nose</a:t>
            </a:r>
            <a:endParaRPr lang="de-DE" sz="2000" dirty="0"/>
          </a:p>
          <a:p>
            <a:pPr lvl="1"/>
            <a:r>
              <a:rPr lang="de-DE" sz="2000" dirty="0"/>
              <a:t>Nose2</a:t>
            </a:r>
          </a:p>
          <a:p>
            <a:pPr lvl="1"/>
            <a:r>
              <a:rPr lang="de-DE" sz="2000" dirty="0" err="1"/>
              <a:t>Pytest</a:t>
            </a:r>
            <a:endParaRPr lang="de-DE" sz="2000" dirty="0"/>
          </a:p>
          <a:p>
            <a:pPr marL="0" indent="0">
              <a:buNone/>
            </a:pPr>
            <a:br>
              <a:rPr lang="de-DE" sz="2000" dirty="0"/>
            </a:br>
            <a:br>
              <a:rPr lang="de-DE" sz="2000" dirty="0"/>
            </a:br>
            <a:br>
              <a:rPr lang="de-DE" sz="2000" dirty="0"/>
            </a:br>
            <a:r>
              <a:rPr lang="de-DE" sz="2000" dirty="0"/>
              <a:t>*verwenden wir in diesem Kurs</a:t>
            </a:r>
          </a:p>
        </p:txBody>
      </p:sp>
      <p:pic>
        <p:nvPicPr>
          <p:cNvPr id="5" name="Picture 4" descr="Eine Reihe von Proben für medizinische Untersuchungen">
            <a:extLst>
              <a:ext uri="{FF2B5EF4-FFF2-40B4-BE49-F238E27FC236}">
                <a16:creationId xmlns:a16="http://schemas.microsoft.com/office/drawing/2014/main" id="{89949DF2-E997-4CC2-A14D-E6E731E2B0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152" r="1153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4BD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36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E2F295-4D14-2746-9F9E-96CA635C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unittest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A30F49-E99D-554A-B82A-2D686A65D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Hat beides – ein Test-Framework und einen Runner</a:t>
            </a:r>
          </a:p>
          <a:p>
            <a:r>
              <a:rPr lang="de-DE" dirty="0"/>
              <a:t>Anforderungen</a:t>
            </a:r>
          </a:p>
          <a:p>
            <a:r>
              <a:rPr lang="de-DE" dirty="0"/>
              <a:t>Die Tests sind Methoden in Testklassen</a:t>
            </a:r>
          </a:p>
          <a:p>
            <a:r>
              <a:rPr lang="de-DE" dirty="0"/>
              <a:t>Verwendung bestimmter Assertion Methoden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278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E98E42-8C4F-CB42-BF9C-974D7F15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typische Testklasse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A5587A-AC70-CB4B-9EA9-9FA370BD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Befindet sich in einer Datei mit dem Namen der zu testenden Klasse, Methode, Funktion… mit (</a:t>
            </a:r>
            <a:r>
              <a:rPr lang="de-DE" dirty="0" err="1"/>
              <a:t>test</a:t>
            </a:r>
            <a:r>
              <a:rPr lang="de-DE" dirty="0"/>
              <a:t> als prä- oder </a:t>
            </a:r>
            <a:r>
              <a:rPr lang="de-DE" dirty="0" err="1"/>
              <a:t>Postfix</a:t>
            </a:r>
            <a:r>
              <a:rPr lang="de-DE" dirty="0"/>
              <a:t>)</a:t>
            </a:r>
          </a:p>
          <a:p>
            <a:r>
              <a:rPr lang="de-DE" dirty="0"/>
              <a:t>Beginnt mit : </a:t>
            </a:r>
            <a:r>
              <a:rPr lang="de-DE" dirty="0" err="1"/>
              <a:t>import</a:t>
            </a:r>
            <a:r>
              <a:rPr lang="de-DE" dirty="0"/>
              <a:t> </a:t>
            </a:r>
            <a:r>
              <a:rPr lang="de-DE" dirty="0" err="1"/>
              <a:t>unittest</a:t>
            </a:r>
            <a:endParaRPr lang="de-DE" dirty="0"/>
          </a:p>
          <a:p>
            <a:r>
              <a:rPr lang="de-DE" dirty="0"/>
              <a:t>Gefolgt von :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TestClass</a:t>
            </a:r>
            <a:r>
              <a:rPr lang="de-DE" dirty="0"/>
              <a:t>(</a:t>
            </a:r>
            <a:r>
              <a:rPr lang="de-DE" dirty="0" err="1"/>
              <a:t>unittest.TesCase</a:t>
            </a:r>
            <a:r>
              <a:rPr lang="de-DE" dirty="0"/>
              <a:t>):</a:t>
            </a:r>
          </a:p>
          <a:p>
            <a:r>
              <a:rPr lang="de-DE" dirty="0"/>
              <a:t>Und dann die Methoden: </a:t>
            </a:r>
            <a:r>
              <a:rPr lang="de-DE" dirty="0" err="1"/>
              <a:t>def</a:t>
            </a:r>
            <a:r>
              <a:rPr lang="de-DE" dirty="0"/>
              <a:t> </a:t>
            </a:r>
            <a:r>
              <a:rPr lang="de-DE" b="1" dirty="0" err="1"/>
              <a:t>test</a:t>
            </a:r>
            <a:r>
              <a:rPr lang="de-DE" dirty="0" err="1"/>
              <a:t>_myfunc</a:t>
            </a:r>
            <a:r>
              <a:rPr lang="de-DE" dirty="0"/>
              <a:t>(</a:t>
            </a:r>
            <a:r>
              <a:rPr lang="de-DE" dirty="0" err="1"/>
              <a:t>self</a:t>
            </a:r>
            <a:r>
              <a:rPr lang="de-DE" dirty="0"/>
              <a:t>): ..</a:t>
            </a:r>
          </a:p>
        </p:txBody>
      </p:sp>
    </p:spTree>
    <p:extLst>
      <p:ext uri="{BB962C8B-B14F-4D97-AF65-F5344CB8AC3E}">
        <p14:creationId xmlns:p14="http://schemas.microsoft.com/office/powerpoint/2010/main" val="324806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BF8A5-5805-FB4E-A26C-2C93BC9BC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 dirty="0"/>
              <a:t>Tests ausführen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5D702-09C4-4787-BEB2-A6C2030F24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51" r="31238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94D5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8028B05-AED0-454B-9B53-B39E3DA3B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325552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839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1A0D3-FFEF-D641-8044-257B6D18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AB669B-C59A-6142-A5B5-84DF10885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Erfolgreiche Tests haben einen Punkt (.)</a:t>
            </a:r>
          </a:p>
          <a:p>
            <a:r>
              <a:rPr lang="de-DE" dirty="0"/>
              <a:t>Fehlgeschlagene Tests ein F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A6F9DA-6DA6-974B-8A8C-9DFB4B917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18" y="3147060"/>
            <a:ext cx="6879082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9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95E6A9-78B2-524E-9800-70976534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Assertions - Beispiele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973197F-0943-B44C-8398-5CA189BA3368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Quelle: https://docs.python.org/3/library/unittest.html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43512737-673A-6A45-9A8F-EBA9933B2B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2080745"/>
              </p:ext>
            </p:extLst>
          </p:nvPr>
        </p:nvGraphicFramePr>
        <p:xfrm>
          <a:off x="5445457" y="787214"/>
          <a:ext cx="6155142" cy="5307315"/>
        </p:xfrm>
        <a:graphic>
          <a:graphicData uri="http://schemas.openxmlformats.org/drawingml/2006/table">
            <a:tbl>
              <a:tblPr firstRow="1" bandRow="1"/>
              <a:tblGrid>
                <a:gridCol w="2877652">
                  <a:extLst>
                    <a:ext uri="{9D8B030D-6E8A-4147-A177-3AD203B41FA5}">
                      <a16:colId xmlns:a16="http://schemas.microsoft.com/office/drawing/2014/main" val="4027886776"/>
                    </a:ext>
                  </a:extLst>
                </a:gridCol>
                <a:gridCol w="2254638">
                  <a:extLst>
                    <a:ext uri="{9D8B030D-6E8A-4147-A177-3AD203B41FA5}">
                      <a16:colId xmlns:a16="http://schemas.microsoft.com/office/drawing/2014/main" val="2896047893"/>
                    </a:ext>
                  </a:extLst>
                </a:gridCol>
                <a:gridCol w="1022852">
                  <a:extLst>
                    <a:ext uri="{9D8B030D-6E8A-4147-A177-3AD203B41FA5}">
                      <a16:colId xmlns:a16="http://schemas.microsoft.com/office/drawing/2014/main" val="1430027958"/>
                    </a:ext>
                  </a:extLst>
                </a:gridCol>
              </a:tblGrid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Method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Checks </a:t>
                      </a:r>
                      <a:r>
                        <a:rPr lang="de-DE" sz="1800" err="1">
                          <a:effectLst/>
                        </a:rPr>
                        <a:t>that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New in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029697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3" tooltip="unittest.TestCase.assertEqual"/>
                        </a:rPr>
                        <a:t>assertEqual(a,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a == b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27947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4" tooltip="unittest.TestCase.assertNotEqual"/>
                        </a:rPr>
                        <a:t>assertNotEqual(a,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a != b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203812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5" tooltip="unittest.TestCase.assertTrue"/>
                        </a:rPr>
                        <a:t>assertTrue(x)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bool(x) is True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150924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6" tooltip="unittest.TestCase.assertFalse"/>
                        </a:rPr>
                        <a:t>assertFalse(x)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bool(x) is False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371641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7" tooltip="unittest.TestCase.assertIs"/>
                        </a:rPr>
                        <a:t>assertIs(a,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a is b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3.1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079402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8" tooltip="unittest.TestCase.assertIsNot"/>
                        </a:rPr>
                        <a:t>assertIsNot(a,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a is not b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3.1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823081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9" tooltip="unittest.TestCase.assertIsNone"/>
                        </a:rPr>
                        <a:t>assertIsNone(x)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x is None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3.1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659887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10" tooltip="unittest.TestCase.assertIsNotNone"/>
                        </a:rPr>
                        <a:t>assertIsNotNone(x)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x is not None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3.1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76471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11" tooltip="unittest.TestCase.assertIn"/>
                        </a:rPr>
                        <a:t>assertIn(a,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a in b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3.1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45668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12" tooltip="unittest.TestCase.assertNotIn"/>
                        </a:rPr>
                        <a:t>assertNotIn(a,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a not in b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3.1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659911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13" tooltip="unittest.TestCase.assertIsInstance"/>
                        </a:rPr>
                        <a:t>assertIsInstance(a,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isinstance(a, b)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3.2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736239"/>
                  </a:ext>
                </a:extLst>
              </a:tr>
              <a:tr h="408255">
                <a:tc>
                  <a:txBody>
                    <a:bodyPr/>
                    <a:lstStyle/>
                    <a:p>
                      <a:pPr algn="l"/>
                      <a:r>
                        <a:rPr lang="de-DE" sz="1800" u="none" strike="noStrike">
                          <a:solidFill>
                            <a:srgbClr val="0072AA"/>
                          </a:solidFill>
                          <a:effectLst/>
                          <a:hlinkClick r:id="rId14" tooltip="unittest.TestCase.assertNotIsInstance"/>
                        </a:rPr>
                        <a:t>assertNotIsInstance(a, b)</a:t>
                      </a:r>
                      <a:endParaRPr lang="de-DE" sz="1800">
                        <a:effectLst/>
                      </a:endParaRP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not isinstance(a, b)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effectLst/>
                        </a:rPr>
                        <a:t>3.2</a:t>
                      </a:r>
                    </a:p>
                  </a:txBody>
                  <a:tcPr marL="93829" marR="93829" marT="46915" marB="4691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33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1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amera lens close up">
            <a:extLst>
              <a:ext uri="{FF2B5EF4-FFF2-40B4-BE49-F238E27FC236}">
                <a16:creationId xmlns:a16="http://schemas.microsoft.com/office/drawing/2014/main" id="{1D11864F-11AA-41C4-8965-7C96C3A38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82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69DD40-A9F4-614B-BB64-5A6C7F0C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>
                <a:solidFill>
                  <a:schemeClr val="tx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1820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398</Words>
  <Application>Microsoft Macintosh PowerPoint</Application>
  <PresentationFormat>Breitbild</PresentationFormat>
  <Paragraphs>82</Paragraphs>
  <Slides>12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</vt:lpstr>
      <vt:lpstr>Python</vt:lpstr>
      <vt:lpstr>Agenda</vt:lpstr>
      <vt:lpstr>Intro</vt:lpstr>
      <vt:lpstr>Let‘s Talk About Test</vt:lpstr>
      <vt:lpstr>Tester</vt:lpstr>
      <vt:lpstr>unittest</vt:lpstr>
      <vt:lpstr>Die typische Testklasse</vt:lpstr>
      <vt:lpstr>Tests ausführen</vt:lpstr>
      <vt:lpstr>Ausgabe</vt:lpstr>
      <vt:lpstr>Assertions - Beispiele</vt:lpstr>
      <vt:lpstr>Demo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63</cp:revision>
  <dcterms:created xsi:type="dcterms:W3CDTF">2021-11-18T12:30:48Z</dcterms:created>
  <dcterms:modified xsi:type="dcterms:W3CDTF">2021-12-09T07:51:32Z</dcterms:modified>
</cp:coreProperties>
</file>