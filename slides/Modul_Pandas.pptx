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72" r:id="rId4"/>
    <p:sldId id="273" r:id="rId5"/>
    <p:sldId id="274" r:id="rId6"/>
    <p:sldId id="270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044"/>
    <p:restoredTop sz="95859"/>
  </p:normalViewPr>
  <p:slideViewPr>
    <p:cSldViewPr snapToGrid="0" snapToObjects="1">
      <p:cViewPr varScale="1">
        <p:scale>
          <a:sx n="84" d="100"/>
          <a:sy n="84" d="100"/>
        </p:scale>
        <p:origin x="200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14897D-11E6-7D4C-B0FA-99BB61280336}" type="datetimeFigureOut">
              <a:rPr lang="de-DE" smtClean="0"/>
              <a:t>12.12.21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591405-EF3B-5B49-8BB8-A0EAC62FFB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8916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91405-EF3B-5B49-8BB8-A0EAC62FFB5F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9409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186116-93FF-A045-A9B0-68E6E967F2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3828" y="2251082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DFFB516-B0AE-1242-A23C-0BBB531D65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3827" y="4911751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pic>
        <p:nvPicPr>
          <p:cNvPr id="1026" name="Picture 2" descr="Logo Hutsteiner">
            <a:extLst>
              <a:ext uri="{FF2B5EF4-FFF2-40B4-BE49-F238E27FC236}">
                <a16:creationId xmlns:a16="http://schemas.microsoft.com/office/drawing/2014/main" id="{BE78DB82-B139-294B-8D3E-1C811E067D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181719"/>
            <a:ext cx="3505200" cy="1688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2410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E84A64-7DB3-F14D-AA4D-CEF0DB99B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6E3EE2-EED0-0643-A8E4-A395DCE9E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793042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1891A6-1040-3E4D-836B-F1F353E51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9F74BC7-64B2-5843-8E42-16B61F400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72943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FFCF6E-81C4-5A4B-82FC-CB7E649D2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837C5E-E331-6B47-A91C-8C7E352487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EE8028B-2428-5A4D-A146-D067D2C83F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243365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DB1A62-BAD3-1F4D-88FE-C1FD0E4DA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1E0E73-BC58-7A44-9C75-05B86F127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D3F928E-1434-0C4E-8793-1AE0674069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1258AC5-3709-BF4D-9329-1B865490C1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22B4586-A3D7-D947-84A5-6D5D7E3308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951711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DB432D-F227-004B-8770-A22BC2AF0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3234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2269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01997A-0791-154A-9E2F-B9293088B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43DD00-1418-6D4E-91AB-F33F1190C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925765E-48CC-7542-9B12-A6AE7AA19F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20187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80E643-3527-FE40-B649-80A474C43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43087FD-F37C-A84A-8F19-FBB5DEAD52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95DACED-209B-EF47-8699-021D04DBCE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69178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DC6989-866D-F547-9896-7B152526F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B40596C-A566-DA40-883B-341B3B34D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438F8E-9CB3-0745-9002-A4B864E1C4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D0D82E-F8E4-EC47-AA45-DF03A03FEFF2}" type="datetimeFigureOut">
              <a:rPr lang="de-DE" smtClean="0"/>
              <a:t>12.12.21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31CDFB-673C-274D-887A-D3A635982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0315F2-3BD2-F740-B4C2-F14A64E08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0A7D22-5453-544E-9D10-7214895384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3314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A97D076-7EA9-A54C-B9C3-AEBFF936C9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64263DF-7DD5-4947-888C-47A5ACB85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C8D204-5B9B-144F-B41E-F3746DDE17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D0D82E-F8E4-EC47-AA45-DF03A03FEFF2}" type="datetimeFigureOut">
              <a:rPr lang="de-DE" smtClean="0"/>
              <a:t>12.12.21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FCC5704-166B-654C-B613-0A04CFA06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A0B8B9-8DE3-C342-B585-942E2ECBB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0A7D22-5453-544E-9D10-7214895384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1261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4CAB6531-9149-0442-9B18-742EF226366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7698A33-CEB5-AC4C-85A5-7120DDC2C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02F2CD9-1E7B-104D-A63A-F776B5082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A5B110C5-47C5-814C-BC26-0AD16EE6984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058525" y="6221095"/>
            <a:ext cx="1019175" cy="54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424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bg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BFF56F-811A-9C45-B747-C608AC34A6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de-DE" dirty="0"/>
              <a:t>Python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023CFE7-7AB5-4F4D-8603-1FF9C42D5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791" y="3519513"/>
            <a:ext cx="4826000" cy="3048000"/>
          </a:xfrm>
          <a:prstGeom prst="rect">
            <a:avLst/>
          </a:prstGeom>
        </p:spPr>
      </p:pic>
      <p:sp>
        <p:nvSpPr>
          <p:cNvPr id="3" name="Untertitel 2">
            <a:extLst>
              <a:ext uri="{FF2B5EF4-FFF2-40B4-BE49-F238E27FC236}">
                <a16:creationId xmlns:a16="http://schemas.microsoft.com/office/drawing/2014/main" id="{395B9449-3F89-8745-911C-3EC89A8CC1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de-DE" dirty="0"/>
              <a:t>Basiswissen</a:t>
            </a:r>
            <a:br>
              <a:rPr lang="de-DE" dirty="0"/>
            </a:br>
            <a:r>
              <a:rPr lang="de-DE" dirty="0"/>
              <a:t>Modul - Pandas</a:t>
            </a:r>
          </a:p>
        </p:txBody>
      </p:sp>
    </p:spTree>
    <p:extLst>
      <p:ext uri="{BB962C8B-B14F-4D97-AF65-F5344CB8AC3E}">
        <p14:creationId xmlns:p14="http://schemas.microsoft.com/office/powerpoint/2010/main" val="2384370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4B070395-6FF8-D341-A227-652379649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AE82633-098D-2546-A957-27D6CA602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Pandas</a:t>
            </a:r>
          </a:p>
        </p:txBody>
      </p:sp>
    </p:spTree>
    <p:extLst>
      <p:ext uri="{BB962C8B-B14F-4D97-AF65-F5344CB8AC3E}">
        <p14:creationId xmlns:p14="http://schemas.microsoft.com/office/powerpoint/2010/main" val="4065874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anda eating bamboo">
            <a:extLst>
              <a:ext uri="{FF2B5EF4-FFF2-40B4-BE49-F238E27FC236}">
                <a16:creationId xmlns:a16="http://schemas.microsoft.com/office/drawing/2014/main" id="{4B4840F5-A0C4-4AF6-B2C9-7C224C417E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84" r="-1" b="-1"/>
          <a:stretch/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63552A3-0004-C940-8F25-616606C65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de-DE" sz="4000"/>
              <a:t>Pandas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766382-934A-B14D-813B-2E35B24DC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endParaRPr lang="de-DE" sz="2000"/>
          </a:p>
          <a:p>
            <a:endParaRPr lang="de-DE" sz="2000"/>
          </a:p>
          <a:p>
            <a:endParaRPr lang="de-DE" sz="2000"/>
          </a:p>
        </p:txBody>
      </p:sp>
    </p:spTree>
    <p:extLst>
      <p:ext uri="{BB962C8B-B14F-4D97-AF65-F5344CB8AC3E}">
        <p14:creationId xmlns:p14="http://schemas.microsoft.com/office/powerpoint/2010/main" val="417796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24C26E-29D7-4047-8408-05BECF5E2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ist Pandas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739F635-7946-6449-B970-DE308F52A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Pandas ist eine Bibliothek mit der Datensätze bearbeitet werden können</a:t>
            </a:r>
          </a:p>
          <a:p>
            <a:r>
              <a:rPr lang="de-DE" dirty="0"/>
              <a:t>Es gibt Funktionen für die Analyse, </a:t>
            </a:r>
            <a:r>
              <a:rPr lang="de-DE" dirty="0" err="1"/>
              <a:t>Cleaning</a:t>
            </a:r>
            <a:r>
              <a:rPr lang="de-DE" dirty="0"/>
              <a:t>, Erforschung und Manipulation von Daten</a:t>
            </a:r>
          </a:p>
          <a:p>
            <a:r>
              <a:rPr lang="de-DE" dirty="0"/>
              <a:t>Pandas arbeitete mit sog. </a:t>
            </a:r>
            <a:r>
              <a:rPr lang="de-DE" dirty="0" err="1"/>
              <a:t>DataFrames</a:t>
            </a:r>
            <a:r>
              <a:rPr lang="de-DE" dirty="0"/>
              <a:t> – im Grunde sind das Tabellen</a:t>
            </a:r>
          </a:p>
          <a:p>
            <a:r>
              <a:rPr lang="de-DE" dirty="0"/>
              <a:t>Pandas kann verschiedene Formate lesen und ausgeben. Das macht vieles einfacher.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96317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466987D1-D841-FB48-8053-421F1ABD5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0676"/>
            <a:ext cx="7021513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749658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1F32EBA-ED97-466E-8CFA-838258415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4E4EA9F-3A62-0047-8324-7B29A3FD9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9" y="851517"/>
            <a:ext cx="5130795" cy="1461778"/>
          </a:xfrm>
        </p:spPr>
        <p:txBody>
          <a:bodyPr>
            <a:normAutofit/>
          </a:bodyPr>
          <a:lstStyle/>
          <a:p>
            <a:r>
              <a:rPr lang="de-DE" sz="4000"/>
              <a:t>Ende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9BDC23-0AD6-BB47-8155-C23E6FBF0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2470248"/>
            <a:ext cx="4048344" cy="3536236"/>
          </a:xfrm>
        </p:spPr>
        <p:txBody>
          <a:bodyPr>
            <a:normAutofit/>
          </a:bodyPr>
          <a:lstStyle/>
          <a:p>
            <a:r>
              <a:rPr lang="de-DE" sz="2400"/>
              <a:t>Q &amp; A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2A38935-BB53-4DF7-A56E-48DD25B68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0370" y="851518"/>
            <a:ext cx="6184806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1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4 h 5154967"/>
              <a:gd name="connsiteX37" fmla="*/ 1625714 w 6184806"/>
              <a:gd name="connsiteY37" fmla="*/ 109244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1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1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4"/>
                  <a:pt x="2445216" y="109244"/>
                </a:cubicBezTo>
                <a:cubicBezTo>
                  <a:pt x="1625714" y="109244"/>
                  <a:pt x="1625714" y="109244"/>
                  <a:pt x="1625714" y="109244"/>
                </a:cubicBezTo>
                <a:cubicBezTo>
                  <a:pt x="1572615" y="109244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8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1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Grafik 4" descr="Fragezeichen mit einfarbiger Füllung">
            <a:extLst>
              <a:ext uri="{FF2B5EF4-FFF2-40B4-BE49-F238E27FC236}">
                <a16:creationId xmlns:a16="http://schemas.microsoft.com/office/drawing/2014/main" id="{875CAEAD-17C1-C34C-9298-E096EB9F39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5330" y="2105470"/>
            <a:ext cx="3217333" cy="321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83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88A71F66-A729-BF48-831C-AEEAED2F839F}" vid="{93FA19C9-1BF1-AA44-9D34-49AD4FDE8939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67</Words>
  <Application>Microsoft Macintosh PowerPoint</Application>
  <PresentationFormat>Breitbild</PresentationFormat>
  <Paragraphs>15</Paragraphs>
  <Slides>6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</vt:lpstr>
      <vt:lpstr>Python</vt:lpstr>
      <vt:lpstr>Agenda</vt:lpstr>
      <vt:lpstr>Pandas</vt:lpstr>
      <vt:lpstr>Was ist Pandas</vt:lpstr>
      <vt:lpstr>Demo</vt:lpstr>
      <vt:lpstr>Ende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</dc:title>
  <dc:creator>Ernst Hutsteiner</dc:creator>
  <cp:lastModifiedBy>Ernst Hutsteiner</cp:lastModifiedBy>
  <cp:revision>48</cp:revision>
  <dcterms:created xsi:type="dcterms:W3CDTF">2021-11-18T12:30:48Z</dcterms:created>
  <dcterms:modified xsi:type="dcterms:W3CDTF">2021-12-12T11:46:50Z</dcterms:modified>
</cp:coreProperties>
</file>